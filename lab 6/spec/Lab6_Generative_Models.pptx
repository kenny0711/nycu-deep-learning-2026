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Lst>
  <p:notesMasterIdLst>
    <p:notesMasterId r:id="rId23"/>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12192000" cy="6858000"/>
  <p:notesSz cx="6858000" cy="9144000"/>
  <p:embeddedFontLst>
    <p:embeddedFont>
      <p:font typeface="Libre Baskerville" panose="02020500000000000000" charset="0"/>
      <p:regular r:id="rId24"/>
      <p:bold r:id="rId25"/>
      <p:italic r:id="rId26"/>
    </p:embeddedFont>
    <p:embeddedFont>
      <p:font typeface="Calibri" panose="020F0502020204030204" pitchFamily="34" charset="0"/>
      <p:regular r:id="rId27"/>
      <p:bold r:id="rId28"/>
      <p:italic r:id="rId29"/>
      <p:boldItalic r:id="rId30"/>
    </p:embeddedFont>
    <p:embeddedFont>
      <p:font typeface="Libre Franklin" panose="02020500000000000000" charset="0"/>
      <p:regular r:id="rId31"/>
      <p:bold r:id="rId32"/>
      <p:italic r:id="rId33"/>
      <p:boldItalic r:id="rId34"/>
    </p:embeddedFont>
    <p:embeddedFont>
      <p:font typeface="Times" panose="02020603050405020304" pitchFamily="18"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9" roundtripDataSignature="AMtx7mhnOB+ynUX9uT2O2/6WadvcGy9T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862"/>
    <p:restoredTop sz="87400" autoAdjust="0"/>
  </p:normalViewPr>
  <p:slideViewPr>
    <p:cSldViewPr snapToGrid="0">
      <p:cViewPr varScale="1">
        <p:scale>
          <a:sx n="109" d="100"/>
          <a:sy n="109" d="100"/>
        </p:scale>
        <p:origin x="600"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3.fntdata"/><Relationship Id="rId39" Type="http://customschemas.google.com/relationships/presentationmetadata" Target="metadata"/><Relationship Id="rId21" Type="http://schemas.openxmlformats.org/officeDocument/2006/relationships/slide" Target="slides/slide19.xml"/><Relationship Id="rId34" Type="http://schemas.openxmlformats.org/officeDocument/2006/relationships/font" Target="fonts/font11.fntdata"/><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6.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8.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1:notes"/>
          <p:cNvSpPr txBox="1">
            <a:spLocks noGrp="1"/>
          </p:cNvSpPr>
          <p:nvPr>
            <p:ph type="body" idx="1"/>
          </p:nvPr>
        </p:nvSpPr>
        <p:spPr>
          <a:xfrm>
            <a:off x="685800" y="4400640"/>
            <a:ext cx="5484960" cy="359892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300" b="0" strike="noStrike" dirty="0">
              <a:solidFill>
                <a:srgbClr val="000000"/>
              </a:solidFill>
              <a:latin typeface="Arial"/>
              <a:ea typeface="Arial"/>
              <a:cs typeface="Arial"/>
              <a:sym typeface="Arial"/>
            </a:endParaRPr>
          </a:p>
        </p:txBody>
      </p:sp>
      <p:sp>
        <p:nvSpPr>
          <p:cNvPr id="116" name="Google Shape;116;p1:notes"/>
          <p:cNvSpPr/>
          <p:nvPr/>
        </p:nvSpPr>
        <p:spPr>
          <a:xfrm>
            <a:off x="3884760" y="8685360"/>
            <a:ext cx="2970360" cy="457200"/>
          </a:xfrm>
          <a:prstGeom prst="rect">
            <a:avLst/>
          </a:prstGeom>
          <a:noFill/>
          <a:ln>
            <a:noFill/>
          </a:ln>
        </p:spPr>
        <p:txBody>
          <a:bodyPr spcFirstLastPara="1" wrap="square" lIns="90000" tIns="45000" rIns="90000" bIns="450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Times New Roman"/>
                <a:ea typeface="Times New Roman"/>
                <a:cs typeface="Times New Roman"/>
                <a:sym typeface="Times New Roman"/>
              </a:rPr>
              <a:t>1</a:t>
            </a:fld>
            <a:endParaRPr sz="1800" b="0" i="0" u="none" strike="noStrike" cap="none">
              <a:solidFill>
                <a:srgbClr val="000000"/>
              </a:solidFill>
              <a:latin typeface="Arial"/>
              <a:ea typeface="Arial"/>
              <a:cs typeface="Arial"/>
              <a:sym typeface="Arial"/>
            </a:endParaRPr>
          </a:p>
        </p:txBody>
      </p:sp>
      <p:sp>
        <p:nvSpPr>
          <p:cNvPr id="117" name="Google Shape;11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2:notes"/>
          <p:cNvSpPr txBox="1">
            <a:spLocks noGrp="1"/>
          </p:cNvSpPr>
          <p:nvPr>
            <p:ph type="body" idx="1"/>
          </p:nvPr>
        </p:nvSpPr>
        <p:spPr>
          <a:xfrm>
            <a:off x="685800" y="4400640"/>
            <a:ext cx="5484960" cy="359892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2000" b="0" strike="noStrike" dirty="0">
              <a:solidFill>
                <a:srgbClr val="000000"/>
              </a:solidFill>
              <a:latin typeface="Arial"/>
              <a:ea typeface="Arial"/>
              <a:cs typeface="Arial"/>
              <a:sym typeface="Arial"/>
            </a:endParaRPr>
          </a:p>
        </p:txBody>
      </p:sp>
      <p:sp>
        <p:nvSpPr>
          <p:cNvPr id="125" name="Google Shape;125;p2:notes"/>
          <p:cNvSpPr/>
          <p:nvPr/>
        </p:nvSpPr>
        <p:spPr>
          <a:xfrm>
            <a:off x="3884760" y="8685360"/>
            <a:ext cx="2970360" cy="457200"/>
          </a:xfrm>
          <a:prstGeom prst="rect">
            <a:avLst/>
          </a:prstGeom>
          <a:noFill/>
          <a:ln>
            <a:noFill/>
          </a:ln>
        </p:spPr>
        <p:txBody>
          <a:bodyPr spcFirstLastPara="1" wrap="square" lIns="90000" tIns="45000" rIns="90000" bIns="450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Times New Roman"/>
                <a:ea typeface="Times New Roman"/>
                <a:cs typeface="Times New Roman"/>
                <a:sym typeface="Times New Roman"/>
              </a:rPr>
              <a:t>2</a:t>
            </a:fld>
            <a:endParaRPr sz="1800" b="0" i="0" u="none" strike="noStrike" cap="none">
              <a:solidFill>
                <a:srgbClr val="000000"/>
              </a:solidFill>
              <a:latin typeface="Arial"/>
              <a:ea typeface="Arial"/>
              <a:cs typeface="Arial"/>
              <a:sym typeface="Arial"/>
            </a:endParaRPr>
          </a:p>
        </p:txBody>
      </p:sp>
      <p:sp>
        <p:nvSpPr>
          <p:cNvPr id="126" name="Google Shape;126;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lang="en-US" dirty="0"/>
          </a:p>
        </p:txBody>
      </p:sp>
      <p:sp>
        <p:nvSpPr>
          <p:cNvPr id="132" name="Google Shape;13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271dc8c5e98_0_295:notes"/>
          <p:cNvSpPr>
            <a:spLocks noGrp="1" noRot="1" noChangeAspect="1"/>
          </p:cNvSpPr>
          <p:nvPr>
            <p:ph type="sldImg" idx="2"/>
          </p:nvPr>
        </p:nvSpPr>
        <p:spPr>
          <a:xfrm>
            <a:off x="430629" y="686405"/>
            <a:ext cx="5996700" cy="3427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271dc8c5e98_0_295:notes"/>
          <p:cNvSpPr txBox="1">
            <a:spLocks noGrp="1"/>
          </p:cNvSpPr>
          <p:nvPr>
            <p:ph type="body" idx="1"/>
          </p:nvPr>
        </p:nvSpPr>
        <p:spPr>
          <a:xfrm>
            <a:off x="685801" y="4343402"/>
            <a:ext cx="5486400" cy="4114800"/>
          </a:xfrm>
          <a:prstGeom prst="rect">
            <a:avLst/>
          </a:prstGeom>
          <a:noFill/>
          <a:ln>
            <a:noFill/>
          </a:ln>
        </p:spPr>
        <p:txBody>
          <a:bodyPr spcFirstLastPara="1" wrap="square" lIns="89300" tIns="44650" rIns="89300" bIns="44650" anchor="t" anchorCtr="0">
            <a:noAutofit/>
          </a:bodyPr>
          <a:lstStyle/>
          <a:p>
            <a:pPr marL="0" lvl="0" indent="0" algn="l" rtl="0">
              <a:lnSpc>
                <a:spcPct val="100000"/>
              </a:lnSpc>
              <a:spcBef>
                <a:spcPts val="0"/>
              </a:spcBef>
              <a:spcAft>
                <a:spcPts val="0"/>
              </a:spcAft>
              <a:buSzPts val="1300"/>
              <a:buNone/>
            </a:pPr>
            <a:endParaRPr/>
          </a:p>
        </p:txBody>
      </p:sp>
      <p:sp>
        <p:nvSpPr>
          <p:cNvPr id="140" name="Google Shape;140;g271dc8c5e98_0_295:notes"/>
          <p:cNvSpPr txBox="1">
            <a:spLocks noGrp="1"/>
          </p:cNvSpPr>
          <p:nvPr>
            <p:ph type="sldNum" idx="12"/>
          </p:nvPr>
        </p:nvSpPr>
        <p:spPr>
          <a:xfrm>
            <a:off x="3884615" y="8685214"/>
            <a:ext cx="2971800" cy="457200"/>
          </a:xfrm>
          <a:prstGeom prst="rect">
            <a:avLst/>
          </a:prstGeom>
          <a:noFill/>
          <a:ln>
            <a:noFill/>
          </a:ln>
        </p:spPr>
        <p:txBody>
          <a:bodyPr spcFirstLastPara="1" wrap="square" lIns="89300" tIns="44650" rIns="89300" bIns="44650"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strike="noStrike" cap="none">
                <a:solidFill>
                  <a:srgbClr val="000000"/>
                </a:solidFill>
                <a:latin typeface="Arial"/>
                <a:ea typeface="Arial"/>
                <a:cs typeface="Arial"/>
                <a:sym typeface="Arial"/>
              </a:rPr>
              <a:t>4</a:t>
            </a:fld>
            <a:endParaRPr sz="13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lang="en-US" dirty="0"/>
          </a:p>
        </p:txBody>
      </p:sp>
      <p:sp>
        <p:nvSpPr>
          <p:cNvPr id="145" name="Google Shape;14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4df1959d47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52" name="Google Shape;152;g34df1959d47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200" dirty="0">
              <a:solidFill>
                <a:schemeClr val="dk1"/>
              </a:solidFill>
              <a:latin typeface="Times New Roman"/>
              <a:ea typeface="Times New Roman"/>
              <a:cs typeface="Times New Roman"/>
              <a:sym typeface="Times New Roman"/>
            </a:endParaRPr>
          </a:p>
        </p:txBody>
      </p:sp>
      <p:sp>
        <p:nvSpPr>
          <p:cNvPr id="158" name="Google Shape;15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4df1959d47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4" name="Google Shape;164;g34df1959d47_0_1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271dc8c5e98_0_2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g271dc8c5e98_0_21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271dc8c5e98_0_2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3" name="Google Shape;183;g271dc8c5e98_0_22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271dc8c5e98_0_242:notes"/>
          <p:cNvSpPr>
            <a:spLocks noGrp="1" noRot="1" noChangeAspect="1"/>
          </p:cNvSpPr>
          <p:nvPr>
            <p:ph type="sldImg" idx="2"/>
          </p:nvPr>
        </p:nvSpPr>
        <p:spPr>
          <a:xfrm>
            <a:off x="430629" y="686405"/>
            <a:ext cx="5996700" cy="3427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9" name="Google Shape;189;g271dc8c5e98_0_242:notes"/>
          <p:cNvSpPr txBox="1">
            <a:spLocks noGrp="1"/>
          </p:cNvSpPr>
          <p:nvPr>
            <p:ph type="body" idx="1"/>
          </p:nvPr>
        </p:nvSpPr>
        <p:spPr>
          <a:xfrm>
            <a:off x="685801" y="4343402"/>
            <a:ext cx="5486400" cy="4114800"/>
          </a:xfrm>
          <a:prstGeom prst="rect">
            <a:avLst/>
          </a:prstGeom>
          <a:noFill/>
          <a:ln>
            <a:noFill/>
          </a:ln>
        </p:spPr>
        <p:txBody>
          <a:bodyPr spcFirstLastPara="1" wrap="square" lIns="89300" tIns="44650" rIns="89300" bIns="44650" anchor="t" anchorCtr="0">
            <a:noAutofit/>
          </a:bodyPr>
          <a:lstStyle/>
          <a:p>
            <a:pPr marL="0" lvl="0" indent="0" algn="l" rtl="0">
              <a:lnSpc>
                <a:spcPct val="100000"/>
              </a:lnSpc>
              <a:spcBef>
                <a:spcPts val="0"/>
              </a:spcBef>
              <a:spcAft>
                <a:spcPts val="0"/>
              </a:spcAft>
              <a:buSzPts val="1300"/>
              <a:buNone/>
            </a:pPr>
            <a:endParaRPr/>
          </a:p>
        </p:txBody>
      </p:sp>
      <p:sp>
        <p:nvSpPr>
          <p:cNvPr id="190" name="Google Shape;190;g271dc8c5e98_0_242:notes"/>
          <p:cNvSpPr txBox="1">
            <a:spLocks noGrp="1"/>
          </p:cNvSpPr>
          <p:nvPr>
            <p:ph type="sldNum" idx="12"/>
          </p:nvPr>
        </p:nvSpPr>
        <p:spPr>
          <a:xfrm>
            <a:off x="3884615" y="8685214"/>
            <a:ext cx="2971800" cy="457200"/>
          </a:xfrm>
          <a:prstGeom prst="rect">
            <a:avLst/>
          </a:prstGeom>
          <a:noFill/>
          <a:ln>
            <a:noFill/>
          </a:ln>
        </p:spPr>
        <p:txBody>
          <a:bodyPr spcFirstLastPara="1" wrap="square" lIns="89300" tIns="44650" rIns="89300" bIns="44650"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strike="noStrike" cap="none">
                <a:solidFill>
                  <a:srgbClr val="000000"/>
                </a:solidFill>
                <a:latin typeface="Arial"/>
                <a:ea typeface="Arial"/>
                <a:cs typeface="Arial"/>
                <a:sym typeface="Arial"/>
              </a:rPr>
              <a:t>11</a:t>
            </a:fld>
            <a:endParaRPr sz="13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415af6205d_0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5" name="Google Shape;195;g2415af6205d_0_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1" name="Google Shape;201;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271dc8c5e98_0_2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8" name="Google Shape;208;g271dc8c5e98_0_25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271dc8c5e98_0_3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9" name="Google Shape;219;g271dc8c5e98_0_30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271dc8c5e98_0_301:notes"/>
          <p:cNvSpPr>
            <a:spLocks noGrp="1" noRot="1" noChangeAspect="1"/>
          </p:cNvSpPr>
          <p:nvPr>
            <p:ph type="sldImg" idx="2"/>
          </p:nvPr>
        </p:nvSpPr>
        <p:spPr>
          <a:xfrm>
            <a:off x="430629" y="686405"/>
            <a:ext cx="5996700" cy="3427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5" name="Google Shape;225;g271dc8c5e98_0_301:notes"/>
          <p:cNvSpPr txBox="1">
            <a:spLocks noGrp="1"/>
          </p:cNvSpPr>
          <p:nvPr>
            <p:ph type="body" idx="1"/>
          </p:nvPr>
        </p:nvSpPr>
        <p:spPr>
          <a:xfrm>
            <a:off x="685801" y="4343402"/>
            <a:ext cx="5486400" cy="4114800"/>
          </a:xfrm>
          <a:prstGeom prst="rect">
            <a:avLst/>
          </a:prstGeom>
          <a:noFill/>
          <a:ln>
            <a:noFill/>
          </a:ln>
        </p:spPr>
        <p:txBody>
          <a:bodyPr spcFirstLastPara="1" wrap="square" lIns="89300" tIns="44650" rIns="89300" bIns="44650" anchor="t" anchorCtr="0">
            <a:noAutofit/>
          </a:bodyPr>
          <a:lstStyle/>
          <a:p>
            <a:pPr marL="0" lvl="0" indent="0" algn="l" rtl="0">
              <a:lnSpc>
                <a:spcPct val="100000"/>
              </a:lnSpc>
              <a:spcBef>
                <a:spcPts val="0"/>
              </a:spcBef>
              <a:spcAft>
                <a:spcPts val="0"/>
              </a:spcAft>
              <a:buSzPts val="1300"/>
              <a:buNone/>
            </a:pPr>
            <a:endParaRPr/>
          </a:p>
        </p:txBody>
      </p:sp>
      <p:sp>
        <p:nvSpPr>
          <p:cNvPr id="226" name="Google Shape;226;g271dc8c5e98_0_301:notes"/>
          <p:cNvSpPr txBox="1">
            <a:spLocks noGrp="1"/>
          </p:cNvSpPr>
          <p:nvPr>
            <p:ph type="sldNum" idx="12"/>
          </p:nvPr>
        </p:nvSpPr>
        <p:spPr>
          <a:xfrm>
            <a:off x="3884615" y="8685214"/>
            <a:ext cx="2971800" cy="457200"/>
          </a:xfrm>
          <a:prstGeom prst="rect">
            <a:avLst/>
          </a:prstGeom>
          <a:noFill/>
          <a:ln>
            <a:noFill/>
          </a:ln>
        </p:spPr>
        <p:txBody>
          <a:bodyPr spcFirstLastPara="1" wrap="square" lIns="89300" tIns="44650" rIns="89300" bIns="44650"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strike="noStrike" cap="none">
                <a:solidFill>
                  <a:srgbClr val="000000"/>
                </a:solidFill>
                <a:latin typeface="Arial"/>
                <a:ea typeface="Arial"/>
                <a:cs typeface="Arial"/>
                <a:sym typeface="Arial"/>
              </a:rPr>
              <a:t>16</a:t>
            </a:fld>
            <a:endParaRPr sz="13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27feb24d4d9_0_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1" name="Google Shape;231;g27feb24d4d9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14:notes"/>
          <p:cNvSpPr/>
          <p:nvPr/>
        </p:nvSpPr>
        <p:spPr>
          <a:xfrm>
            <a:off x="685800" y="4343400"/>
            <a:ext cx="5484960" cy="411336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 name="Google Shape;237;p14:notes"/>
          <p:cNvSpPr txBox="1">
            <a:spLocks noGrp="1"/>
          </p:cNvSpPr>
          <p:nvPr>
            <p:ph type="body" idx="1"/>
          </p:nvPr>
        </p:nvSpPr>
        <p:spPr>
          <a:xfrm>
            <a:off x="685800" y="4400640"/>
            <a:ext cx="5484960" cy="359892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2000"/>
          </a:p>
        </p:txBody>
      </p:sp>
      <p:sp>
        <p:nvSpPr>
          <p:cNvPr id="238" name="Google Shape;238;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5" name="Google Shape;245;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2" name="Google Shape;252;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11"/>
        <p:cNvGrpSpPr/>
        <p:nvPr/>
      </p:nvGrpSpPr>
      <p:grpSpPr>
        <a:xfrm>
          <a:off x="0" y="0"/>
          <a:ext cx="0" cy="0"/>
          <a:chOff x="0" y="0"/>
          <a:chExt cx="0" cy="0"/>
        </a:xfrm>
      </p:grpSpPr>
      <p:sp>
        <p:nvSpPr>
          <p:cNvPr id="12" name="Google Shape;12;p19"/>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19"/>
          <p:cNvSpPr txBox="1">
            <a:spLocks noGrp="1"/>
          </p:cNvSpPr>
          <p:nvPr>
            <p:ph type="subTitle" idx="1"/>
          </p:nvPr>
        </p:nvSpPr>
        <p:spPr>
          <a:xfrm>
            <a:off x="609480" y="1604520"/>
            <a:ext cx="10972440" cy="3977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14"/>
        <p:cNvGrpSpPr/>
        <p:nvPr/>
      </p:nvGrpSpPr>
      <p:grpSpPr>
        <a:xfrm>
          <a:off x="0" y="0"/>
          <a:ext cx="0" cy="0"/>
          <a:chOff x="0" y="0"/>
          <a:chExt cx="0" cy="0"/>
        </a:xfrm>
      </p:grpSpPr>
      <p:sp>
        <p:nvSpPr>
          <p:cNvPr id="15" name="Google Shape;15;p20"/>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0"/>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17"/>
        <p:cNvGrpSpPr/>
        <p:nvPr/>
      </p:nvGrpSpPr>
      <p:grpSpPr>
        <a:xfrm>
          <a:off x="0" y="0"/>
          <a:ext cx="0" cy="0"/>
          <a:chOff x="0" y="0"/>
          <a:chExt cx="0" cy="0"/>
        </a:xfrm>
      </p:grpSpPr>
      <p:sp>
        <p:nvSpPr>
          <p:cNvPr id="18" name="Google Shape;18;p21"/>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1"/>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1"/>
          <p:cNvSpPr txBox="1">
            <a:spLocks noGrp="1"/>
          </p:cNvSpPr>
          <p:nvPr>
            <p:ph type="body" idx="2"/>
          </p:nvPr>
        </p:nvSpPr>
        <p:spPr>
          <a:xfrm>
            <a:off x="6231960" y="1604520"/>
            <a:ext cx="5354280" cy="397728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1"/>
        <p:cNvGrpSpPr/>
        <p:nvPr/>
      </p:nvGrpSpPr>
      <p:grpSpPr>
        <a:xfrm>
          <a:off x="0" y="0"/>
          <a:ext cx="0" cy="0"/>
          <a:chOff x="0" y="0"/>
          <a:chExt cx="0" cy="0"/>
        </a:xfrm>
      </p:grpSpPr>
      <p:sp>
        <p:nvSpPr>
          <p:cNvPr id="22" name="Google Shape;22;p22"/>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23"/>
        <p:cNvGrpSpPr/>
        <p:nvPr/>
      </p:nvGrpSpPr>
      <p:grpSpPr>
        <a:xfrm>
          <a:off x="0" y="0"/>
          <a:ext cx="0" cy="0"/>
          <a:chOff x="0" y="0"/>
          <a:chExt cx="0" cy="0"/>
        </a:xfrm>
      </p:grpSpPr>
      <p:sp>
        <p:nvSpPr>
          <p:cNvPr id="24" name="Google Shape;24;p23"/>
          <p:cNvSpPr txBox="1">
            <a:spLocks noGrp="1"/>
          </p:cNvSpPr>
          <p:nvPr>
            <p:ph type="subTitle" idx="1"/>
          </p:nvPr>
        </p:nvSpPr>
        <p:spPr>
          <a:xfrm>
            <a:off x="609480" y="273600"/>
            <a:ext cx="10972440" cy="530784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25"/>
        <p:cNvGrpSpPr/>
        <p:nvPr/>
      </p:nvGrpSpPr>
      <p:grpSpPr>
        <a:xfrm>
          <a:off x="0" y="0"/>
          <a:ext cx="0" cy="0"/>
          <a:chOff x="0" y="0"/>
          <a:chExt cx="0" cy="0"/>
        </a:xfrm>
      </p:grpSpPr>
      <p:sp>
        <p:nvSpPr>
          <p:cNvPr id="26" name="Google Shape;26;p24"/>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24"/>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24"/>
          <p:cNvSpPr txBox="1">
            <a:spLocks noGrp="1"/>
          </p:cNvSpPr>
          <p:nvPr>
            <p:ph type="body" idx="2"/>
          </p:nvPr>
        </p:nvSpPr>
        <p:spPr>
          <a:xfrm>
            <a:off x="609480" y="3682080"/>
            <a:ext cx="535428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24"/>
          <p:cNvSpPr txBox="1">
            <a:spLocks noGrp="1"/>
          </p:cNvSpPr>
          <p:nvPr>
            <p:ph type="body" idx="3"/>
          </p:nvPr>
        </p:nvSpPr>
        <p:spPr>
          <a:xfrm>
            <a:off x="6231960" y="1604520"/>
            <a:ext cx="5354280" cy="397728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30"/>
        <p:cNvGrpSpPr/>
        <p:nvPr/>
      </p:nvGrpSpPr>
      <p:grpSpPr>
        <a:xfrm>
          <a:off x="0" y="0"/>
          <a:ext cx="0" cy="0"/>
          <a:chOff x="0" y="0"/>
          <a:chExt cx="0" cy="0"/>
        </a:xfrm>
      </p:grpSpPr>
      <p:sp>
        <p:nvSpPr>
          <p:cNvPr id="31" name="Google Shape;31;p25"/>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5"/>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5"/>
          <p:cNvSpPr txBox="1">
            <a:spLocks noGrp="1"/>
          </p:cNvSpPr>
          <p:nvPr>
            <p:ph type="body" idx="3"/>
          </p:nvPr>
        </p:nvSpPr>
        <p:spPr>
          <a:xfrm>
            <a:off x="6231960" y="3682080"/>
            <a:ext cx="535428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35"/>
        <p:cNvGrpSpPr/>
        <p:nvPr/>
      </p:nvGrpSpPr>
      <p:grpSpPr>
        <a:xfrm>
          <a:off x="0" y="0"/>
          <a:ext cx="0" cy="0"/>
          <a:chOff x="0" y="0"/>
          <a:chExt cx="0" cy="0"/>
        </a:xfrm>
      </p:grpSpPr>
      <p:sp>
        <p:nvSpPr>
          <p:cNvPr id="36" name="Google Shape;36;p26"/>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26"/>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26"/>
          <p:cNvSpPr txBox="1">
            <a:spLocks noGrp="1"/>
          </p:cNvSpPr>
          <p:nvPr>
            <p:ph type="body" idx="3"/>
          </p:nvPr>
        </p:nvSpPr>
        <p:spPr>
          <a:xfrm>
            <a:off x="609480" y="3682080"/>
            <a:ext cx="1097244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40"/>
        <p:cNvGrpSpPr/>
        <p:nvPr/>
      </p:nvGrpSpPr>
      <p:grpSpPr>
        <a:xfrm>
          <a:off x="0" y="0"/>
          <a:ext cx="0" cy="0"/>
          <a:chOff x="0" y="0"/>
          <a:chExt cx="0" cy="0"/>
        </a:xfrm>
      </p:grpSpPr>
      <p:sp>
        <p:nvSpPr>
          <p:cNvPr id="41" name="Google Shape;41;p27"/>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body" idx="1"/>
          </p:nvPr>
        </p:nvSpPr>
        <p:spPr>
          <a:xfrm>
            <a:off x="609480" y="1604520"/>
            <a:ext cx="1097244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27"/>
          <p:cNvSpPr txBox="1">
            <a:spLocks noGrp="1"/>
          </p:cNvSpPr>
          <p:nvPr>
            <p:ph type="body" idx="2"/>
          </p:nvPr>
        </p:nvSpPr>
        <p:spPr>
          <a:xfrm>
            <a:off x="609480" y="3682080"/>
            <a:ext cx="1097244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44"/>
        <p:cNvGrpSpPr/>
        <p:nvPr/>
      </p:nvGrpSpPr>
      <p:grpSpPr>
        <a:xfrm>
          <a:off x="0" y="0"/>
          <a:ext cx="0" cy="0"/>
          <a:chOff x="0" y="0"/>
          <a:chExt cx="0" cy="0"/>
        </a:xfrm>
      </p:grpSpPr>
      <p:sp>
        <p:nvSpPr>
          <p:cNvPr id="45" name="Google Shape;45;p28"/>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28"/>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28"/>
          <p:cNvSpPr txBox="1">
            <a:spLocks noGrp="1"/>
          </p:cNvSpPr>
          <p:nvPr>
            <p:ph type="body" idx="3"/>
          </p:nvPr>
        </p:nvSpPr>
        <p:spPr>
          <a:xfrm>
            <a:off x="6231960" y="3682080"/>
            <a:ext cx="535428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28"/>
          <p:cNvSpPr txBox="1">
            <a:spLocks noGrp="1"/>
          </p:cNvSpPr>
          <p:nvPr>
            <p:ph type="body" idx="4"/>
          </p:nvPr>
        </p:nvSpPr>
        <p:spPr>
          <a:xfrm>
            <a:off x="609480" y="3682080"/>
            <a:ext cx="535428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50"/>
        <p:cNvGrpSpPr/>
        <p:nvPr/>
      </p:nvGrpSpPr>
      <p:grpSpPr>
        <a:xfrm>
          <a:off x="0" y="0"/>
          <a:ext cx="0" cy="0"/>
          <a:chOff x="0" y="0"/>
          <a:chExt cx="0" cy="0"/>
        </a:xfrm>
      </p:grpSpPr>
      <p:sp>
        <p:nvSpPr>
          <p:cNvPr id="51" name="Google Shape;51;p29"/>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9"/>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29"/>
          <p:cNvSpPr txBox="1">
            <a:spLocks noGrp="1"/>
          </p:cNvSpPr>
          <p:nvPr>
            <p:ph type="body" idx="2"/>
          </p:nvPr>
        </p:nvSpPr>
        <p:spPr>
          <a:xfrm>
            <a:off x="609480" y="1604520"/>
            <a:ext cx="10972440" cy="397728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54" name="Google Shape;54;p29"/>
          <p:cNvPicPr preferRelativeResize="0"/>
          <p:nvPr/>
        </p:nvPicPr>
        <p:blipFill rotWithShape="1">
          <a:blip r:embed="rId2">
            <a:alphaModFix/>
          </a:blip>
          <a:srcRect/>
          <a:stretch/>
        </p:blipFill>
        <p:spPr>
          <a:xfrm>
            <a:off x="3602880" y="1604520"/>
            <a:ext cx="4984920" cy="3977280"/>
          </a:xfrm>
          <a:prstGeom prst="rect">
            <a:avLst/>
          </a:prstGeom>
          <a:noFill/>
          <a:ln>
            <a:noFill/>
          </a:ln>
        </p:spPr>
      </p:pic>
      <p:pic>
        <p:nvPicPr>
          <p:cNvPr id="55" name="Google Shape;55;p29"/>
          <p:cNvPicPr preferRelativeResize="0"/>
          <p:nvPr/>
        </p:nvPicPr>
        <p:blipFill rotWithShape="1">
          <a:blip r:embed="rId2">
            <a:alphaModFix/>
          </a:blip>
          <a:srcRect/>
          <a:stretch/>
        </p:blipFill>
        <p:spPr>
          <a:xfrm>
            <a:off x="3602880" y="1604520"/>
            <a:ext cx="4984920" cy="397728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62"/>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_標題投影片">
  <p:cSld name="1_標題投影片">
    <p:spTree>
      <p:nvGrpSpPr>
        <p:cNvPr id="1" name="Shape 63"/>
        <p:cNvGrpSpPr/>
        <p:nvPr/>
      </p:nvGrpSpPr>
      <p:grpSpPr>
        <a:xfrm>
          <a:off x="0" y="0"/>
          <a:ext cx="0" cy="0"/>
          <a:chOff x="0" y="0"/>
          <a:chExt cx="0" cy="0"/>
        </a:xfrm>
      </p:grpSpPr>
      <p:sp>
        <p:nvSpPr>
          <p:cNvPr id="64" name="Google Shape;64;g271dc8c5e98_0_199"/>
          <p:cNvSpPr txBox="1">
            <a:spLocks noGrp="1"/>
          </p:cNvSpPr>
          <p:nvPr>
            <p:ph type="ctrTitle"/>
          </p:nvPr>
        </p:nvSpPr>
        <p:spPr>
          <a:xfrm>
            <a:off x="239349" y="1310903"/>
            <a:ext cx="11809200" cy="1470000"/>
          </a:xfrm>
          <a:prstGeom prst="rect">
            <a:avLst/>
          </a:prstGeom>
          <a:noFill/>
          <a:ln>
            <a:noFill/>
          </a:ln>
        </p:spPr>
        <p:txBody>
          <a:bodyPr spcFirstLastPara="1" wrap="square" lIns="91425" tIns="45700" rIns="91425" bIns="91425" anchor="b" anchorCtr="0">
            <a:normAutofit/>
          </a:bodyPr>
          <a:lstStyle>
            <a:lvl1pPr lvl="0" algn="ctr">
              <a:lnSpc>
                <a:spcPct val="100000"/>
              </a:lnSpc>
              <a:spcBef>
                <a:spcPts val="0"/>
              </a:spcBef>
              <a:spcAft>
                <a:spcPts val="0"/>
              </a:spcAft>
              <a:buClr>
                <a:srgbClr val="003399"/>
              </a:buClr>
              <a:buSzPts val="3600"/>
              <a:buFont typeface="Libre Franklin"/>
              <a:buNone/>
              <a:defRPr sz="3600" b="0">
                <a:solidFill>
                  <a:srgbClr val="003399"/>
                </a:solidFill>
                <a:latin typeface="Libre Franklin"/>
                <a:ea typeface="Libre Franklin"/>
                <a:cs typeface="Libre Franklin"/>
                <a:sym typeface="Libre Frankli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g271dc8c5e98_0_199"/>
          <p:cNvSpPr txBox="1">
            <a:spLocks noGrp="1"/>
          </p:cNvSpPr>
          <p:nvPr>
            <p:ph type="subTitle" idx="1"/>
          </p:nvPr>
        </p:nvSpPr>
        <p:spPr>
          <a:xfrm>
            <a:off x="3130219" y="2924944"/>
            <a:ext cx="5654100" cy="6480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580"/>
              </a:spcBef>
              <a:spcAft>
                <a:spcPts val="0"/>
              </a:spcAft>
              <a:buSzPts val="2380"/>
              <a:buNone/>
              <a:defRPr sz="2800">
                <a:solidFill>
                  <a:schemeClr val="dk1"/>
                </a:solidFill>
                <a:latin typeface="Times"/>
                <a:ea typeface="Times"/>
                <a:cs typeface="Times"/>
                <a:sym typeface="Times"/>
              </a:defRPr>
            </a:lvl1pPr>
            <a:lvl2pPr lvl="1" algn="ctr">
              <a:lnSpc>
                <a:spcPct val="100000"/>
              </a:lnSpc>
              <a:spcBef>
                <a:spcPts val="370"/>
              </a:spcBef>
              <a:spcAft>
                <a:spcPts val="0"/>
              </a:spcAft>
              <a:buSzPts val="2040"/>
              <a:buNone/>
              <a:defRPr>
                <a:solidFill>
                  <a:srgbClr val="888888"/>
                </a:solidFill>
              </a:defRPr>
            </a:lvl2pPr>
            <a:lvl3pPr lvl="2" algn="ctr">
              <a:lnSpc>
                <a:spcPct val="100000"/>
              </a:lnSpc>
              <a:spcBef>
                <a:spcPts val="370"/>
              </a:spcBef>
              <a:spcAft>
                <a:spcPts val="0"/>
              </a:spcAft>
              <a:buSzPts val="1700"/>
              <a:buNone/>
              <a:defRPr>
                <a:solidFill>
                  <a:srgbClr val="888888"/>
                </a:solidFill>
              </a:defRPr>
            </a:lvl3pPr>
            <a:lvl4pPr lvl="3" algn="ctr">
              <a:lnSpc>
                <a:spcPct val="100000"/>
              </a:lnSpc>
              <a:spcBef>
                <a:spcPts val="370"/>
              </a:spcBef>
              <a:spcAft>
                <a:spcPts val="0"/>
              </a:spcAft>
              <a:buSzPts val="1600"/>
              <a:buNone/>
              <a:defRPr>
                <a:solidFill>
                  <a:srgbClr val="888888"/>
                </a:solidFill>
              </a:defRPr>
            </a:lvl4pPr>
            <a:lvl5pPr lvl="4" algn="ctr">
              <a:lnSpc>
                <a:spcPct val="100000"/>
              </a:lnSpc>
              <a:spcBef>
                <a:spcPts val="370"/>
              </a:spcBef>
              <a:spcAft>
                <a:spcPts val="0"/>
              </a:spcAft>
              <a:buSzPts val="2000"/>
              <a:buFont typeface="Calibri"/>
              <a:buNone/>
              <a:defRPr>
                <a:solidFill>
                  <a:srgbClr val="888888"/>
                </a:solidFill>
              </a:defRPr>
            </a:lvl5pPr>
            <a:lvl6pPr lvl="5" algn="ctr">
              <a:lnSpc>
                <a:spcPct val="100000"/>
              </a:lnSpc>
              <a:spcBef>
                <a:spcPts val="370"/>
              </a:spcBef>
              <a:spcAft>
                <a:spcPts val="0"/>
              </a:spcAft>
              <a:buSzPts val="1800"/>
              <a:buFont typeface="Libre Baskerville"/>
              <a:buNone/>
              <a:defRPr>
                <a:solidFill>
                  <a:srgbClr val="888888"/>
                </a:solidFill>
              </a:defRPr>
            </a:lvl6pPr>
            <a:lvl7pPr lvl="6" algn="ctr">
              <a:lnSpc>
                <a:spcPct val="100000"/>
              </a:lnSpc>
              <a:spcBef>
                <a:spcPts val="370"/>
              </a:spcBef>
              <a:spcAft>
                <a:spcPts val="0"/>
              </a:spcAft>
              <a:buSzPts val="1800"/>
              <a:buFont typeface="Libre Baskerville"/>
              <a:buNone/>
              <a:defRPr>
                <a:solidFill>
                  <a:srgbClr val="888888"/>
                </a:solidFill>
              </a:defRPr>
            </a:lvl7pPr>
            <a:lvl8pPr lvl="7" algn="ctr">
              <a:lnSpc>
                <a:spcPct val="100000"/>
              </a:lnSpc>
              <a:spcBef>
                <a:spcPts val="370"/>
              </a:spcBef>
              <a:spcAft>
                <a:spcPts val="0"/>
              </a:spcAft>
              <a:buSzPts val="1800"/>
              <a:buFont typeface="Libre Baskerville"/>
              <a:buNone/>
              <a:defRPr>
                <a:solidFill>
                  <a:srgbClr val="888888"/>
                </a:solidFill>
              </a:defRPr>
            </a:lvl8pPr>
            <a:lvl9pPr lvl="8" algn="ctr">
              <a:lnSpc>
                <a:spcPct val="100000"/>
              </a:lnSpc>
              <a:spcBef>
                <a:spcPts val="370"/>
              </a:spcBef>
              <a:spcAft>
                <a:spcPts val="0"/>
              </a:spcAft>
              <a:buSzPts val="1800"/>
              <a:buFont typeface="Libre Baskerville"/>
              <a:buNone/>
              <a:defRPr>
                <a:solidFill>
                  <a:srgbClr val="888888"/>
                </a:solidFill>
              </a:defRPr>
            </a:lvl9pPr>
          </a:lstStyle>
          <a:p>
            <a:endParaRPr/>
          </a:p>
        </p:txBody>
      </p:sp>
      <p:sp>
        <p:nvSpPr>
          <p:cNvPr id="66" name="Google Shape;66;g271dc8c5e98_0_199"/>
          <p:cNvSpPr txBox="1">
            <a:spLocks noGrp="1"/>
          </p:cNvSpPr>
          <p:nvPr>
            <p:ph type="dt" idx="10"/>
          </p:nvPr>
        </p:nvSpPr>
        <p:spPr>
          <a:xfrm>
            <a:off x="8229600" y="6191250"/>
            <a:ext cx="3302100" cy="47640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7" name="Google Shape;67;g271dc8c5e98_0_199"/>
          <p:cNvSpPr txBox="1">
            <a:spLocks noGrp="1"/>
          </p:cNvSpPr>
          <p:nvPr>
            <p:ph type="body" idx="2"/>
          </p:nvPr>
        </p:nvSpPr>
        <p:spPr>
          <a:xfrm>
            <a:off x="985079" y="188640"/>
            <a:ext cx="10391700" cy="4320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580"/>
              </a:spcBef>
              <a:spcAft>
                <a:spcPts val="0"/>
              </a:spcAft>
              <a:buSzPts val="1530"/>
              <a:buNone/>
              <a:defRPr sz="1800" b="0" i="0" u="none" strike="noStrike">
                <a:solidFill>
                  <a:schemeClr val="dk1"/>
                </a:solidFill>
                <a:latin typeface="Times"/>
                <a:ea typeface="Times"/>
                <a:cs typeface="Times"/>
                <a:sym typeface="Times"/>
              </a:defRPr>
            </a:lvl1pPr>
            <a:lvl2pPr marL="914400" lvl="1" indent="-325755" algn="l">
              <a:lnSpc>
                <a:spcPct val="100000"/>
              </a:lnSpc>
              <a:spcBef>
                <a:spcPts val="370"/>
              </a:spcBef>
              <a:spcAft>
                <a:spcPts val="0"/>
              </a:spcAft>
              <a:buSzPts val="1530"/>
              <a:buChar char="⚫"/>
              <a:defRPr/>
            </a:lvl2pPr>
            <a:lvl3pPr marL="1371600" lvl="2" indent="-325755" algn="l">
              <a:lnSpc>
                <a:spcPct val="100000"/>
              </a:lnSpc>
              <a:spcBef>
                <a:spcPts val="370"/>
              </a:spcBef>
              <a:spcAft>
                <a:spcPts val="0"/>
              </a:spcAft>
              <a:buSzPts val="1530"/>
              <a:buChar char="⚫"/>
              <a:defRPr/>
            </a:lvl3pPr>
            <a:lvl4pPr marL="1828800" lvl="3" indent="-320039" algn="l">
              <a:lnSpc>
                <a:spcPct val="100000"/>
              </a:lnSpc>
              <a:spcBef>
                <a:spcPts val="370"/>
              </a:spcBef>
              <a:spcAft>
                <a:spcPts val="0"/>
              </a:spcAft>
              <a:buSzPts val="1440"/>
              <a:buChar char="⚫"/>
              <a:defRPr/>
            </a:lvl4pPr>
            <a:lvl5pPr marL="2286000" lvl="4" indent="-342900" algn="l">
              <a:lnSpc>
                <a:spcPct val="100000"/>
              </a:lnSpc>
              <a:spcBef>
                <a:spcPts val="370"/>
              </a:spcBef>
              <a:spcAft>
                <a:spcPts val="0"/>
              </a:spcAft>
              <a:buSzPts val="18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68" name="Google Shape;68;g271dc8c5e98_0_199"/>
          <p:cNvSpPr txBox="1">
            <a:spLocks noGrp="1"/>
          </p:cNvSpPr>
          <p:nvPr>
            <p:ph type="body" idx="3"/>
          </p:nvPr>
        </p:nvSpPr>
        <p:spPr>
          <a:xfrm>
            <a:off x="3887755" y="4149080"/>
            <a:ext cx="4032300" cy="720600"/>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580"/>
              </a:spcBef>
              <a:spcAft>
                <a:spcPts val="0"/>
              </a:spcAft>
              <a:buSzPts val="1700"/>
              <a:buNone/>
              <a:defRPr sz="2000">
                <a:solidFill>
                  <a:schemeClr val="dk1"/>
                </a:solidFill>
                <a:latin typeface="Times"/>
                <a:ea typeface="Times"/>
                <a:cs typeface="Times"/>
                <a:sym typeface="Times"/>
              </a:defRPr>
            </a:lvl1pPr>
            <a:lvl2pPr marL="914400" lvl="1" indent="-325755" algn="l">
              <a:lnSpc>
                <a:spcPct val="100000"/>
              </a:lnSpc>
              <a:spcBef>
                <a:spcPts val="370"/>
              </a:spcBef>
              <a:spcAft>
                <a:spcPts val="0"/>
              </a:spcAft>
              <a:buSzPts val="1530"/>
              <a:buChar char="⚫"/>
              <a:defRPr/>
            </a:lvl2pPr>
            <a:lvl3pPr marL="1371600" lvl="2" indent="-325755" algn="l">
              <a:lnSpc>
                <a:spcPct val="100000"/>
              </a:lnSpc>
              <a:spcBef>
                <a:spcPts val="370"/>
              </a:spcBef>
              <a:spcAft>
                <a:spcPts val="0"/>
              </a:spcAft>
              <a:buSzPts val="1530"/>
              <a:buChar char="⚫"/>
              <a:defRPr/>
            </a:lvl3pPr>
            <a:lvl4pPr marL="1828800" lvl="3" indent="-320039" algn="l">
              <a:lnSpc>
                <a:spcPct val="100000"/>
              </a:lnSpc>
              <a:spcBef>
                <a:spcPts val="370"/>
              </a:spcBef>
              <a:spcAft>
                <a:spcPts val="0"/>
              </a:spcAft>
              <a:buSzPts val="1440"/>
              <a:buChar char="⚫"/>
              <a:defRPr/>
            </a:lvl4pPr>
            <a:lvl5pPr marL="2286000" lvl="4" indent="-342900" algn="l">
              <a:lnSpc>
                <a:spcPct val="100000"/>
              </a:lnSpc>
              <a:spcBef>
                <a:spcPts val="370"/>
              </a:spcBef>
              <a:spcAft>
                <a:spcPts val="0"/>
              </a:spcAft>
              <a:buSzPts val="18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69"/>
        <p:cNvGrpSpPr/>
        <p:nvPr/>
      </p:nvGrpSpPr>
      <p:grpSpPr>
        <a:xfrm>
          <a:off x="0" y="0"/>
          <a:ext cx="0" cy="0"/>
          <a:chOff x="0" y="0"/>
          <a:chExt cx="0" cy="0"/>
        </a:xfrm>
      </p:grpSpPr>
      <p:sp>
        <p:nvSpPr>
          <p:cNvPr id="70" name="Google Shape;70;p30"/>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30"/>
          <p:cNvSpPr txBox="1">
            <a:spLocks noGrp="1"/>
          </p:cNvSpPr>
          <p:nvPr>
            <p:ph type="subTitle" idx="1"/>
          </p:nvPr>
        </p:nvSpPr>
        <p:spPr>
          <a:xfrm>
            <a:off x="609480" y="1604520"/>
            <a:ext cx="10972440" cy="3977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72"/>
        <p:cNvGrpSpPr/>
        <p:nvPr/>
      </p:nvGrpSpPr>
      <p:grpSpPr>
        <a:xfrm>
          <a:off x="0" y="0"/>
          <a:ext cx="0" cy="0"/>
          <a:chOff x="0" y="0"/>
          <a:chExt cx="0" cy="0"/>
        </a:xfrm>
      </p:grpSpPr>
      <p:sp>
        <p:nvSpPr>
          <p:cNvPr id="73" name="Google Shape;73;p31"/>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31"/>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75"/>
        <p:cNvGrpSpPr/>
        <p:nvPr/>
      </p:nvGrpSpPr>
      <p:grpSpPr>
        <a:xfrm>
          <a:off x="0" y="0"/>
          <a:ext cx="0" cy="0"/>
          <a:chOff x="0" y="0"/>
          <a:chExt cx="0" cy="0"/>
        </a:xfrm>
      </p:grpSpPr>
      <p:sp>
        <p:nvSpPr>
          <p:cNvPr id="76" name="Google Shape;76;p32"/>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32"/>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32"/>
          <p:cNvSpPr txBox="1">
            <a:spLocks noGrp="1"/>
          </p:cNvSpPr>
          <p:nvPr>
            <p:ph type="body" idx="2"/>
          </p:nvPr>
        </p:nvSpPr>
        <p:spPr>
          <a:xfrm>
            <a:off x="6231960" y="1604520"/>
            <a:ext cx="5354280" cy="397728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9"/>
        <p:cNvGrpSpPr/>
        <p:nvPr/>
      </p:nvGrpSpPr>
      <p:grpSpPr>
        <a:xfrm>
          <a:off x="0" y="0"/>
          <a:ext cx="0" cy="0"/>
          <a:chOff x="0" y="0"/>
          <a:chExt cx="0" cy="0"/>
        </a:xfrm>
      </p:grpSpPr>
      <p:sp>
        <p:nvSpPr>
          <p:cNvPr id="80" name="Google Shape;80;p33"/>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81"/>
        <p:cNvGrpSpPr/>
        <p:nvPr/>
      </p:nvGrpSpPr>
      <p:grpSpPr>
        <a:xfrm>
          <a:off x="0" y="0"/>
          <a:ext cx="0" cy="0"/>
          <a:chOff x="0" y="0"/>
          <a:chExt cx="0" cy="0"/>
        </a:xfrm>
      </p:grpSpPr>
      <p:sp>
        <p:nvSpPr>
          <p:cNvPr id="82" name="Google Shape;82;p34"/>
          <p:cNvSpPr txBox="1">
            <a:spLocks noGrp="1"/>
          </p:cNvSpPr>
          <p:nvPr>
            <p:ph type="subTitle" idx="1"/>
          </p:nvPr>
        </p:nvSpPr>
        <p:spPr>
          <a:xfrm>
            <a:off x="609480" y="273600"/>
            <a:ext cx="10972440" cy="530784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83"/>
        <p:cNvGrpSpPr/>
        <p:nvPr/>
      </p:nvGrpSpPr>
      <p:grpSpPr>
        <a:xfrm>
          <a:off x="0" y="0"/>
          <a:ext cx="0" cy="0"/>
          <a:chOff x="0" y="0"/>
          <a:chExt cx="0" cy="0"/>
        </a:xfrm>
      </p:grpSpPr>
      <p:sp>
        <p:nvSpPr>
          <p:cNvPr id="84" name="Google Shape;84;p35"/>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35"/>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35"/>
          <p:cNvSpPr txBox="1">
            <a:spLocks noGrp="1"/>
          </p:cNvSpPr>
          <p:nvPr>
            <p:ph type="body" idx="2"/>
          </p:nvPr>
        </p:nvSpPr>
        <p:spPr>
          <a:xfrm>
            <a:off x="609480" y="3682080"/>
            <a:ext cx="535428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35"/>
          <p:cNvSpPr txBox="1">
            <a:spLocks noGrp="1"/>
          </p:cNvSpPr>
          <p:nvPr>
            <p:ph type="body" idx="3"/>
          </p:nvPr>
        </p:nvSpPr>
        <p:spPr>
          <a:xfrm>
            <a:off x="6231960" y="1604520"/>
            <a:ext cx="5354280" cy="397728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88"/>
        <p:cNvGrpSpPr/>
        <p:nvPr/>
      </p:nvGrpSpPr>
      <p:grpSpPr>
        <a:xfrm>
          <a:off x="0" y="0"/>
          <a:ext cx="0" cy="0"/>
          <a:chOff x="0" y="0"/>
          <a:chExt cx="0" cy="0"/>
        </a:xfrm>
      </p:grpSpPr>
      <p:sp>
        <p:nvSpPr>
          <p:cNvPr id="89" name="Google Shape;89;p36"/>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36"/>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36"/>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36"/>
          <p:cNvSpPr txBox="1">
            <a:spLocks noGrp="1"/>
          </p:cNvSpPr>
          <p:nvPr>
            <p:ph type="body" idx="3"/>
          </p:nvPr>
        </p:nvSpPr>
        <p:spPr>
          <a:xfrm>
            <a:off x="6231960" y="3682080"/>
            <a:ext cx="535428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93"/>
        <p:cNvGrpSpPr/>
        <p:nvPr/>
      </p:nvGrpSpPr>
      <p:grpSpPr>
        <a:xfrm>
          <a:off x="0" y="0"/>
          <a:ext cx="0" cy="0"/>
          <a:chOff x="0" y="0"/>
          <a:chExt cx="0" cy="0"/>
        </a:xfrm>
      </p:grpSpPr>
      <p:sp>
        <p:nvSpPr>
          <p:cNvPr id="94" name="Google Shape;94;p37"/>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37"/>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6" name="Google Shape;96;p37"/>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37"/>
          <p:cNvSpPr txBox="1">
            <a:spLocks noGrp="1"/>
          </p:cNvSpPr>
          <p:nvPr>
            <p:ph type="body" idx="3"/>
          </p:nvPr>
        </p:nvSpPr>
        <p:spPr>
          <a:xfrm>
            <a:off x="609480" y="3682080"/>
            <a:ext cx="1097244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98"/>
        <p:cNvGrpSpPr/>
        <p:nvPr/>
      </p:nvGrpSpPr>
      <p:grpSpPr>
        <a:xfrm>
          <a:off x="0" y="0"/>
          <a:ext cx="0" cy="0"/>
          <a:chOff x="0" y="0"/>
          <a:chExt cx="0" cy="0"/>
        </a:xfrm>
      </p:grpSpPr>
      <p:sp>
        <p:nvSpPr>
          <p:cNvPr id="99" name="Google Shape;99;p38"/>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38"/>
          <p:cNvSpPr txBox="1">
            <a:spLocks noGrp="1"/>
          </p:cNvSpPr>
          <p:nvPr>
            <p:ph type="body" idx="1"/>
          </p:nvPr>
        </p:nvSpPr>
        <p:spPr>
          <a:xfrm>
            <a:off x="609480" y="1604520"/>
            <a:ext cx="1097244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1" name="Google Shape;101;p38"/>
          <p:cNvSpPr txBox="1">
            <a:spLocks noGrp="1"/>
          </p:cNvSpPr>
          <p:nvPr>
            <p:ph type="body" idx="2"/>
          </p:nvPr>
        </p:nvSpPr>
        <p:spPr>
          <a:xfrm>
            <a:off x="609480" y="3682080"/>
            <a:ext cx="1097244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102"/>
        <p:cNvGrpSpPr/>
        <p:nvPr/>
      </p:nvGrpSpPr>
      <p:grpSpPr>
        <a:xfrm>
          <a:off x="0" y="0"/>
          <a:ext cx="0" cy="0"/>
          <a:chOff x="0" y="0"/>
          <a:chExt cx="0" cy="0"/>
        </a:xfrm>
      </p:grpSpPr>
      <p:sp>
        <p:nvSpPr>
          <p:cNvPr id="103" name="Google Shape;103;p39"/>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39"/>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39"/>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39"/>
          <p:cNvSpPr txBox="1">
            <a:spLocks noGrp="1"/>
          </p:cNvSpPr>
          <p:nvPr>
            <p:ph type="body" idx="3"/>
          </p:nvPr>
        </p:nvSpPr>
        <p:spPr>
          <a:xfrm>
            <a:off x="6231960" y="3682080"/>
            <a:ext cx="535428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39"/>
          <p:cNvSpPr txBox="1">
            <a:spLocks noGrp="1"/>
          </p:cNvSpPr>
          <p:nvPr>
            <p:ph type="body" idx="4"/>
          </p:nvPr>
        </p:nvSpPr>
        <p:spPr>
          <a:xfrm>
            <a:off x="609480" y="3682080"/>
            <a:ext cx="5354280" cy="189684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108"/>
        <p:cNvGrpSpPr/>
        <p:nvPr/>
      </p:nvGrpSpPr>
      <p:grpSpPr>
        <a:xfrm>
          <a:off x="0" y="0"/>
          <a:ext cx="0" cy="0"/>
          <a:chOff x="0" y="0"/>
          <a:chExt cx="0" cy="0"/>
        </a:xfrm>
      </p:grpSpPr>
      <p:sp>
        <p:nvSpPr>
          <p:cNvPr id="109" name="Google Shape;109;p40"/>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40"/>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40"/>
          <p:cNvSpPr txBox="1">
            <a:spLocks noGrp="1"/>
          </p:cNvSpPr>
          <p:nvPr>
            <p:ph type="body" idx="2"/>
          </p:nvPr>
        </p:nvSpPr>
        <p:spPr>
          <a:xfrm>
            <a:off x="609480" y="1604520"/>
            <a:ext cx="10972440" cy="3977280"/>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12" name="Google Shape;112;p40"/>
          <p:cNvPicPr preferRelativeResize="0"/>
          <p:nvPr/>
        </p:nvPicPr>
        <p:blipFill rotWithShape="1">
          <a:blip r:embed="rId2">
            <a:alphaModFix/>
          </a:blip>
          <a:srcRect/>
          <a:stretch/>
        </p:blipFill>
        <p:spPr>
          <a:xfrm>
            <a:off x="3602880" y="1604520"/>
            <a:ext cx="4984920" cy="3977280"/>
          </a:xfrm>
          <a:prstGeom prst="rect">
            <a:avLst/>
          </a:prstGeom>
          <a:noFill/>
          <a:ln>
            <a:noFill/>
          </a:ln>
        </p:spPr>
      </p:pic>
      <p:pic>
        <p:nvPicPr>
          <p:cNvPr id="113" name="Google Shape;113;p40"/>
          <p:cNvPicPr preferRelativeResize="0"/>
          <p:nvPr/>
        </p:nvPicPr>
        <p:blipFill rotWithShape="1">
          <a:blip r:embed="rId2">
            <a:alphaModFix/>
          </a:blip>
          <a:srcRect/>
          <a:stretch/>
        </p:blipFill>
        <p:spPr>
          <a:xfrm>
            <a:off x="3602880" y="1604520"/>
            <a:ext cx="4984920" cy="397728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15"/>
          <p:cNvSpPr/>
          <p:nvPr/>
        </p:nvSpPr>
        <p:spPr>
          <a:xfrm>
            <a:off x="0" y="0"/>
            <a:ext cx="12190680" cy="685656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 name="Google Shape;7;p15"/>
          <p:cNvSpPr/>
          <p:nvPr/>
        </p:nvSpPr>
        <p:spPr>
          <a:xfrm>
            <a:off x="85320" y="69840"/>
            <a:ext cx="12016440" cy="6692040"/>
          </a:xfrm>
          <a:prstGeom prst="roundRect">
            <a:avLst>
              <a:gd name="adj" fmla="val 4929"/>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 name="Google Shape;8;p15"/>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 name="Google Shape;9;p15"/>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6"/>
        <p:cNvGrpSpPr/>
        <p:nvPr/>
      </p:nvGrpSpPr>
      <p:grpSpPr>
        <a:xfrm>
          <a:off x="0" y="0"/>
          <a:ext cx="0" cy="0"/>
          <a:chOff x="0" y="0"/>
          <a:chExt cx="0" cy="0"/>
        </a:xfrm>
      </p:grpSpPr>
      <p:sp>
        <p:nvSpPr>
          <p:cNvPr id="57" name="Google Shape;57;p17"/>
          <p:cNvSpPr/>
          <p:nvPr/>
        </p:nvSpPr>
        <p:spPr>
          <a:xfrm>
            <a:off x="0" y="0"/>
            <a:ext cx="12190680" cy="685656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17"/>
          <p:cNvSpPr/>
          <p:nvPr/>
        </p:nvSpPr>
        <p:spPr>
          <a:xfrm>
            <a:off x="85320" y="69840"/>
            <a:ext cx="12016440" cy="6692040"/>
          </a:xfrm>
          <a:prstGeom prst="roundRect">
            <a:avLst>
              <a:gd name="adj" fmla="val 4929"/>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p17"/>
          <p:cNvSpPr/>
          <p:nvPr/>
        </p:nvSpPr>
        <p:spPr>
          <a:xfrm>
            <a:off x="239400" y="6283440"/>
            <a:ext cx="455760" cy="3650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rgbClr val="000000"/>
                </a:solidFill>
                <a:latin typeface="Libre Baskerville"/>
                <a:ea typeface="Libre Baskerville"/>
                <a:cs typeface="Libre Baskerville"/>
                <a:sym typeface="Libre Baskerville"/>
              </a:rPr>
              <a:t>‹#›</a:t>
            </a:fld>
            <a:endParaRPr sz="1800" b="0" i="0" u="none" strike="noStrike" cap="none">
              <a:solidFill>
                <a:srgbClr val="000000"/>
              </a:solidFill>
              <a:latin typeface="Arial"/>
              <a:ea typeface="Arial"/>
              <a:cs typeface="Arial"/>
              <a:sym typeface="Arial"/>
            </a:endParaRPr>
          </a:p>
        </p:txBody>
      </p:sp>
      <p:sp>
        <p:nvSpPr>
          <p:cNvPr id="60" name="Google Shape;60;p17"/>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61" name="Google Shape;61;p17"/>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Autofit/>
          </a:bodyPr>
          <a:lstStyle>
            <a:lvl1pPr marL="457200" marR="0" lvl="0" indent="-406400" algn="l" rtl="0">
              <a:lnSpc>
                <a:spcPct val="115000"/>
              </a:lnSpc>
              <a:spcBef>
                <a:spcPts val="1000"/>
              </a:spcBef>
              <a:spcAft>
                <a:spcPts val="0"/>
              </a:spcAft>
              <a:buClr>
                <a:srgbClr val="D34817"/>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115000"/>
              </a:lnSpc>
              <a:spcBef>
                <a:spcPts val="500"/>
              </a:spcBef>
              <a:spcAft>
                <a:spcPts val="0"/>
              </a:spcAft>
              <a:buClr>
                <a:srgbClr val="D34817"/>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115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115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115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115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15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15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15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hyperlink" Target="https://drive.google.com/file/d/1Y-N1O0qltVtYMq95CAzJ1s-y-NM0qd_O/view?usp=sharing" TargetMode="External"/><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hyperlink" Target="https://arxiv.org/pdf/2105.05233" TargetMode="External"/><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hyperlink" Target="https://arxiv.org/abs/2006.11239" TargetMode="External"/><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hyperlink" Target="https://github.com/huggingface/diffusion-models-class"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
          <p:cNvSpPr/>
          <p:nvPr/>
        </p:nvSpPr>
        <p:spPr>
          <a:xfrm>
            <a:off x="1331688" y="1810825"/>
            <a:ext cx="9528600" cy="1468500"/>
          </a:xfrm>
          <a:prstGeom prst="rect">
            <a:avLst/>
          </a:prstGeom>
          <a:noFill/>
          <a:ln>
            <a:noFill/>
          </a:ln>
        </p:spPr>
        <p:txBody>
          <a:bodyPr spcFirstLastPara="1" wrap="square" lIns="90000" tIns="45000" rIns="90000" bIns="91425" anchor="b"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200" b="1" i="0" u="none" strike="noStrike" cap="none" dirty="0">
                <a:solidFill>
                  <a:srgbClr val="0070C0"/>
                </a:solidFill>
                <a:latin typeface="Calibri"/>
                <a:ea typeface="Calibri"/>
                <a:cs typeface="Calibri"/>
                <a:sym typeface="Calibri"/>
              </a:rPr>
              <a:t>NYCU 2026 Spring DL Lab6</a:t>
            </a:r>
            <a:endParaRPr sz="3200" b="1" i="0" u="none" strike="noStrike" cap="none" dirty="0">
              <a:solidFill>
                <a:srgbClr val="0070C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3600"/>
              <a:buFont typeface="Arial"/>
              <a:buNone/>
            </a:pPr>
            <a:r>
              <a:rPr lang="en-US" sz="4000" b="1" i="0" u="none" strike="noStrike" cap="none" dirty="0">
                <a:solidFill>
                  <a:srgbClr val="0070C0"/>
                </a:solidFill>
                <a:latin typeface="Calibri"/>
                <a:ea typeface="Calibri"/>
                <a:cs typeface="Calibri"/>
                <a:sym typeface="Calibri"/>
              </a:rPr>
              <a:t>Generative Models</a:t>
            </a:r>
            <a:endParaRPr sz="2200" b="0" i="0" u="none" strike="noStrike" cap="none" dirty="0">
              <a:solidFill>
                <a:srgbClr val="000000"/>
              </a:solidFill>
              <a:latin typeface="Arial"/>
              <a:ea typeface="Arial"/>
              <a:cs typeface="Arial"/>
              <a:sym typeface="Arial"/>
            </a:endParaRPr>
          </a:p>
        </p:txBody>
      </p:sp>
      <p:sp>
        <p:nvSpPr>
          <p:cNvPr id="120" name="Google Shape;120;p1"/>
          <p:cNvSpPr/>
          <p:nvPr/>
        </p:nvSpPr>
        <p:spPr>
          <a:xfrm>
            <a:off x="2644343" y="3615115"/>
            <a:ext cx="6903300" cy="587400"/>
          </a:xfrm>
          <a:prstGeom prst="rect">
            <a:avLst/>
          </a:prstGeom>
          <a:noFill/>
          <a:ln>
            <a:noFill/>
          </a:ln>
        </p:spPr>
        <p:txBody>
          <a:bodyPr spcFirstLastPara="1" wrap="square" lIns="90000" tIns="45000" rIns="90000" bIns="450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dirty="0">
                <a:solidFill>
                  <a:srgbClr val="000000"/>
                </a:solidFill>
                <a:latin typeface="Calibri"/>
                <a:ea typeface="Calibri"/>
                <a:cs typeface="Calibri"/>
                <a:sym typeface="Calibri"/>
              </a:rPr>
              <a:t>TA 楊</a:t>
            </a:r>
            <a:r>
              <a:rPr lang="zh-TW" altLang="en-US" sz="2400" b="0" i="0" u="none" strike="noStrike" cap="none" dirty="0">
                <a:solidFill>
                  <a:srgbClr val="000000"/>
                </a:solidFill>
                <a:latin typeface="Calibri"/>
                <a:ea typeface="Calibri"/>
                <a:cs typeface="Calibri"/>
                <a:sym typeface="Calibri"/>
              </a:rPr>
              <a:t>成偉 </a:t>
            </a:r>
            <a:r>
              <a:rPr lang="en-US" altLang="zh-TW" sz="2400" b="0" i="0" u="none" strike="noStrike" cap="none" dirty="0">
                <a:solidFill>
                  <a:srgbClr val="000000"/>
                </a:solidFill>
                <a:latin typeface="Calibri"/>
                <a:ea typeface="Calibri"/>
                <a:cs typeface="Calibri"/>
                <a:sym typeface="Calibri"/>
              </a:rPr>
              <a:t>(Cheng-Wei Yang)</a:t>
            </a:r>
            <a:endParaRPr sz="1800" b="0" i="0" u="none" strike="noStrike" cap="none" dirty="0">
              <a:solidFill>
                <a:srgbClr val="000000"/>
              </a:solidFill>
              <a:latin typeface="Arial"/>
              <a:ea typeface="Arial"/>
              <a:cs typeface="Arial"/>
              <a:sym typeface="Arial"/>
            </a:endParaRPr>
          </a:p>
        </p:txBody>
      </p:sp>
      <p:sp>
        <p:nvSpPr>
          <p:cNvPr id="121" name="Google Shape;121;p1"/>
          <p:cNvSpPr/>
          <p:nvPr/>
        </p:nvSpPr>
        <p:spPr>
          <a:xfrm>
            <a:off x="984960" y="188640"/>
            <a:ext cx="10389960" cy="43056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p1"/>
          <p:cNvSpPr/>
          <p:nvPr/>
        </p:nvSpPr>
        <p:spPr>
          <a:xfrm>
            <a:off x="4619880" y="5445360"/>
            <a:ext cx="3022920" cy="719280"/>
          </a:xfrm>
          <a:prstGeom prst="rect">
            <a:avLst/>
          </a:prstGeom>
          <a:noFill/>
          <a:ln>
            <a:noFill/>
          </a:ln>
        </p:spPr>
        <p:txBody>
          <a:bodyPr spcFirstLastPara="1" wrap="square" lIns="90000" tIns="45000" rIns="90000" bIns="45000"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dirty="0">
                <a:solidFill>
                  <a:srgbClr val="000000"/>
                </a:solidFill>
                <a:latin typeface="Times New Roman"/>
                <a:ea typeface="Times New Roman"/>
                <a:cs typeface="Times New Roman"/>
                <a:sym typeface="Times New Roman"/>
              </a:rPr>
              <a:t>Apr </a:t>
            </a:r>
            <a:r>
              <a:rPr lang="en-US" sz="2000" dirty="0">
                <a:latin typeface="Times New Roman"/>
                <a:ea typeface="Times New Roman"/>
                <a:cs typeface="Times New Roman"/>
                <a:sym typeface="Times New Roman"/>
              </a:rPr>
              <a:t>28</a:t>
            </a:r>
            <a:r>
              <a:rPr lang="en-US" sz="2000" b="0" i="0" u="none" strike="noStrike" cap="none" dirty="0">
                <a:solidFill>
                  <a:srgbClr val="000000"/>
                </a:solidFill>
                <a:latin typeface="Times New Roman"/>
                <a:ea typeface="Times New Roman"/>
                <a:cs typeface="Times New Roman"/>
                <a:sym typeface="Times New Roman"/>
              </a:rPr>
              <a:t>, 2026</a:t>
            </a:r>
            <a:endParaRPr sz="1800" b="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
          <p:cNvSpPr/>
          <p:nvPr/>
        </p:nvSpPr>
        <p:spPr>
          <a:xfrm>
            <a:off x="1219320" y="274680"/>
            <a:ext cx="10361880" cy="1141560"/>
          </a:xfrm>
          <a:prstGeom prst="rect">
            <a:avLst/>
          </a:prstGeom>
          <a:noFill/>
          <a:ln>
            <a:noFill/>
          </a:ln>
        </p:spPr>
        <p:txBody>
          <a:bodyPr spcFirstLastPara="1" wrap="square" lIns="90000" tIns="45000" rIns="90000" bIns="91425" anchor="b" anchorCtr="0">
            <a:no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rgbClr val="0070C0"/>
                </a:solidFill>
                <a:latin typeface="Calibri"/>
                <a:ea typeface="Calibri"/>
                <a:cs typeface="Calibri"/>
                <a:sym typeface="Calibri"/>
              </a:rPr>
              <a:t>Outline</a:t>
            </a:r>
            <a:endParaRPr sz="1800" b="0" i="0" u="none" strike="noStrike" cap="none">
              <a:solidFill>
                <a:srgbClr val="000000"/>
              </a:solidFill>
              <a:latin typeface="Arial"/>
              <a:ea typeface="Arial"/>
              <a:cs typeface="Arial"/>
              <a:sym typeface="Arial"/>
            </a:endParaRPr>
          </a:p>
        </p:txBody>
      </p:sp>
      <p:sp>
        <p:nvSpPr>
          <p:cNvPr id="129" name="Google Shape;129;p2"/>
          <p:cNvSpPr/>
          <p:nvPr/>
        </p:nvSpPr>
        <p:spPr>
          <a:xfrm>
            <a:off x="1219320" y="1447920"/>
            <a:ext cx="10361880" cy="4570560"/>
          </a:xfrm>
          <a:prstGeom prst="rect">
            <a:avLst/>
          </a:prstGeom>
          <a:noFill/>
          <a:ln>
            <a:noFill/>
          </a:ln>
        </p:spPr>
        <p:txBody>
          <a:bodyPr spcFirstLastPara="1" wrap="square" lIns="90000" tIns="45000" rIns="90000" bIns="45000" anchor="t" anchorCtr="0">
            <a:noAutofit/>
          </a:bodyPr>
          <a:lstStyle/>
          <a:p>
            <a:pPr marL="458638" marR="0" lvl="1" indent="-457200" algn="l" rtl="0">
              <a:lnSpc>
                <a:spcPct val="100000"/>
              </a:lnSpc>
              <a:spcBef>
                <a:spcPts val="0"/>
              </a:spcBef>
              <a:spcAft>
                <a:spcPts val="0"/>
              </a:spcAft>
              <a:buClr>
                <a:srgbClr val="D34817"/>
              </a:buClr>
              <a:buSzPts val="2800"/>
              <a:buFont typeface="Calibri"/>
              <a:buChar char="•"/>
            </a:pPr>
            <a:r>
              <a:rPr lang="en-US" sz="2800" b="0" i="0" u="none" strike="noStrike" cap="none">
                <a:solidFill>
                  <a:srgbClr val="000000"/>
                </a:solidFill>
                <a:latin typeface="Calibri"/>
                <a:ea typeface="Calibri"/>
                <a:cs typeface="Calibri"/>
                <a:sym typeface="Calibri"/>
              </a:rPr>
              <a:t>Rule</a:t>
            </a:r>
            <a:endParaRPr sz="2000" b="0" i="0" u="none" strike="noStrike" cap="none">
              <a:solidFill>
                <a:srgbClr val="000000"/>
              </a:solidFill>
              <a:latin typeface="Calibri"/>
              <a:ea typeface="Calibri"/>
              <a:cs typeface="Calibri"/>
              <a:sym typeface="Calibri"/>
            </a:endParaRPr>
          </a:p>
          <a:p>
            <a:pPr marL="285750" marR="0" lvl="0" indent="-158750" algn="l" rtl="0">
              <a:lnSpc>
                <a:spcPct val="100000"/>
              </a:lnSpc>
              <a:spcBef>
                <a:spcPts val="0"/>
              </a:spcBef>
              <a:spcAft>
                <a:spcPts val="0"/>
              </a:spcAft>
              <a:buClr>
                <a:schemeClr val="dk1"/>
              </a:buClr>
              <a:buSzPts val="2000"/>
              <a:buFont typeface="Arial"/>
              <a:buNone/>
            </a:pPr>
            <a:endParaRPr sz="2000" b="0" i="0" u="none" strike="noStrike" cap="none">
              <a:solidFill>
                <a:srgbClr val="000000"/>
              </a:solidFill>
              <a:latin typeface="Calibri"/>
              <a:ea typeface="Calibri"/>
              <a:cs typeface="Calibri"/>
              <a:sym typeface="Calibri"/>
            </a:endParaRPr>
          </a:p>
          <a:p>
            <a:pPr marL="458638" marR="0" lvl="1" indent="-457200" algn="l" rtl="0">
              <a:lnSpc>
                <a:spcPct val="100000"/>
              </a:lnSpc>
              <a:spcBef>
                <a:spcPts val="0"/>
              </a:spcBef>
              <a:spcAft>
                <a:spcPts val="0"/>
              </a:spcAft>
              <a:buClr>
                <a:srgbClr val="D34817"/>
              </a:buClr>
              <a:buSzPts val="2800"/>
              <a:buFont typeface="Calibri"/>
              <a:buChar char="•"/>
            </a:pPr>
            <a:r>
              <a:rPr lang="en-US" sz="2800" b="0" i="0" u="none" strike="noStrike" cap="none">
                <a:solidFill>
                  <a:srgbClr val="000000"/>
                </a:solidFill>
                <a:latin typeface="Calibri"/>
                <a:ea typeface="Calibri"/>
                <a:cs typeface="Calibri"/>
                <a:sym typeface="Calibri"/>
              </a:rPr>
              <a:t>Lab description</a:t>
            </a:r>
            <a:endParaRPr sz="28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Calibri"/>
              <a:ea typeface="Calibri"/>
              <a:cs typeface="Calibri"/>
              <a:sym typeface="Calibri"/>
            </a:endParaRPr>
          </a:p>
          <a:p>
            <a:pPr marL="458638" marR="0" lvl="1" indent="-457200" algn="l" rtl="0">
              <a:lnSpc>
                <a:spcPct val="100000"/>
              </a:lnSpc>
              <a:spcBef>
                <a:spcPts val="0"/>
              </a:spcBef>
              <a:spcAft>
                <a:spcPts val="0"/>
              </a:spcAft>
              <a:buClr>
                <a:srgbClr val="D34817"/>
              </a:buClr>
              <a:buSzPts val="2800"/>
              <a:buFont typeface="Calibri"/>
              <a:buChar char="•"/>
            </a:pPr>
            <a:r>
              <a:rPr lang="en-US" sz="2800" b="0" i="0" u="none" strike="noStrike" cap="none">
                <a:solidFill>
                  <a:srgbClr val="000000"/>
                </a:solidFill>
                <a:latin typeface="Calibri"/>
                <a:ea typeface="Calibri"/>
                <a:cs typeface="Calibri"/>
                <a:sym typeface="Calibri"/>
              </a:rPr>
              <a:t>Model design guide</a:t>
            </a:r>
            <a:endParaRPr sz="2800" b="0" i="0" u="none" strike="noStrike" cap="none">
              <a:solidFill>
                <a:srgbClr val="000000"/>
              </a:solidFill>
              <a:latin typeface="Calibri"/>
              <a:ea typeface="Calibri"/>
              <a:cs typeface="Calibri"/>
              <a:sym typeface="Calibri"/>
            </a:endParaRPr>
          </a:p>
          <a:p>
            <a:pPr marL="285750" marR="0" lvl="0" indent="-158750" algn="l" rtl="0">
              <a:lnSpc>
                <a:spcPct val="100000"/>
              </a:lnSpc>
              <a:spcBef>
                <a:spcPts val="0"/>
              </a:spcBef>
              <a:spcAft>
                <a:spcPts val="0"/>
              </a:spcAft>
              <a:buClr>
                <a:schemeClr val="dk1"/>
              </a:buClr>
              <a:buSzPts val="2000"/>
              <a:buFont typeface="Arial"/>
              <a:buNone/>
            </a:pPr>
            <a:endParaRPr sz="2000" b="0" i="0" u="none" strike="noStrike" cap="none">
              <a:solidFill>
                <a:srgbClr val="000000"/>
              </a:solidFill>
              <a:latin typeface="Calibri"/>
              <a:ea typeface="Calibri"/>
              <a:cs typeface="Calibri"/>
              <a:sym typeface="Calibri"/>
            </a:endParaRPr>
          </a:p>
          <a:p>
            <a:pPr marL="458638" marR="0" lvl="1" indent="-457200" algn="l" rtl="0">
              <a:lnSpc>
                <a:spcPct val="100000"/>
              </a:lnSpc>
              <a:spcBef>
                <a:spcPts val="0"/>
              </a:spcBef>
              <a:spcAft>
                <a:spcPts val="0"/>
              </a:spcAft>
              <a:buClr>
                <a:srgbClr val="D34817"/>
              </a:buClr>
              <a:buSzPts val="2800"/>
              <a:buFont typeface="Calibri"/>
              <a:buChar char="•"/>
            </a:pPr>
            <a:r>
              <a:rPr lang="en-US" sz="2800" b="0" i="0" u="none" strike="noStrike" cap="none">
                <a:solidFill>
                  <a:srgbClr val="000000"/>
                </a:solidFill>
                <a:latin typeface="Calibri"/>
                <a:ea typeface="Calibri"/>
                <a:cs typeface="Calibri"/>
                <a:sym typeface="Calibri"/>
              </a:rPr>
              <a:t>Scoring criteria</a:t>
            </a:r>
            <a:endParaRPr sz="2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Calibri"/>
              <a:ea typeface="Calibri"/>
              <a:cs typeface="Calibri"/>
              <a:sym typeface="Calibri"/>
            </a:endParaRPr>
          </a:p>
          <a:p>
            <a:pPr marL="285750" marR="0" lvl="0" indent="-158750" algn="l" rtl="0">
              <a:lnSpc>
                <a:spcPct val="100000"/>
              </a:lnSpc>
              <a:spcBef>
                <a:spcPts val="0"/>
              </a:spcBef>
              <a:spcAft>
                <a:spcPts val="0"/>
              </a:spcAft>
              <a:buClr>
                <a:schemeClr val="dk1"/>
              </a:buClr>
              <a:buSzPts val="2000"/>
              <a:buFont typeface="Arial"/>
              <a:buNone/>
            </a:pPr>
            <a:endParaRPr sz="2000" b="0" i="0" u="none" strike="noStrike" cap="none">
              <a:solidFill>
                <a:srgbClr val="000000"/>
              </a:solidFill>
              <a:latin typeface="Calibri"/>
              <a:ea typeface="Calibri"/>
              <a:cs typeface="Calibri"/>
              <a:sym typeface="Calibri"/>
            </a:endParaRPr>
          </a:p>
          <a:p>
            <a:pPr marL="285750" marR="0" lvl="0" indent="-158750" algn="l" rtl="0">
              <a:lnSpc>
                <a:spcPct val="100000"/>
              </a:lnSpc>
              <a:spcBef>
                <a:spcPts val="0"/>
              </a:spcBef>
              <a:spcAft>
                <a:spcPts val="0"/>
              </a:spcAft>
              <a:buClr>
                <a:schemeClr val="dk1"/>
              </a:buClr>
              <a:buSzPts val="2000"/>
              <a:buFont typeface="Arial"/>
              <a:buNone/>
            </a:pPr>
            <a:endParaRPr sz="2000" b="0" i="0" u="none" strike="noStrike" cap="none">
              <a:solidFill>
                <a:srgbClr val="000000"/>
              </a:solidFill>
              <a:latin typeface="Calibri"/>
              <a:ea typeface="Calibri"/>
              <a:cs typeface="Calibri"/>
              <a:sym typeface="Calibri"/>
            </a:endParaRPr>
          </a:p>
          <a:p>
            <a:pPr marL="285750" marR="0" lvl="0" indent="-158750" algn="l" rtl="0">
              <a:lnSpc>
                <a:spcPct val="100000"/>
              </a:lnSpc>
              <a:spcBef>
                <a:spcPts val="0"/>
              </a:spcBef>
              <a:spcAft>
                <a:spcPts val="0"/>
              </a:spcAft>
              <a:buClr>
                <a:schemeClr val="dk1"/>
              </a:buClr>
              <a:buSzPts val="2000"/>
              <a:buFont typeface="Arial"/>
              <a:buNone/>
            </a:pPr>
            <a:endParaRPr sz="2000" b="0" i="0" u="none" strike="noStrike" cap="none">
              <a:solidFill>
                <a:srgbClr val="000000"/>
              </a:solidFill>
              <a:latin typeface="Calibri"/>
              <a:ea typeface="Calibri"/>
              <a:cs typeface="Calibri"/>
              <a:sym typeface="Calibri"/>
            </a:endParaRPr>
          </a:p>
          <a:p>
            <a:pPr marL="427589" marR="0" lvl="0" indent="-158748" algn="l" rtl="0">
              <a:lnSpc>
                <a:spcPct val="100000"/>
              </a:lnSpc>
              <a:spcBef>
                <a:spcPts val="0"/>
              </a:spcBef>
              <a:spcAft>
                <a:spcPts val="0"/>
              </a:spcAft>
              <a:buClr>
                <a:schemeClr val="dk1"/>
              </a:buClr>
              <a:buSzPts val="2000"/>
              <a:buFont typeface="Arial"/>
              <a:buNone/>
            </a:pPr>
            <a:endParaRPr sz="2000" b="0" i="0" u="none" strike="noStrike" cap="none">
              <a:solidFill>
                <a:srgbClr val="000000"/>
              </a:solidFill>
              <a:latin typeface="Calibri"/>
              <a:ea typeface="Calibri"/>
              <a:cs typeface="Calibri"/>
              <a:sym typeface="Calibri"/>
            </a:endParaRPr>
          </a:p>
          <a:p>
            <a:pPr marL="427589" marR="0" lvl="0" indent="-158748" algn="l" rtl="0">
              <a:lnSpc>
                <a:spcPct val="100000"/>
              </a:lnSpc>
              <a:spcBef>
                <a:spcPts val="0"/>
              </a:spcBef>
              <a:spcAft>
                <a:spcPts val="0"/>
              </a:spcAft>
              <a:buClr>
                <a:schemeClr val="dk1"/>
              </a:buClr>
              <a:buSzPts val="2000"/>
              <a:buFont typeface="Arial"/>
              <a:buNone/>
            </a:pPr>
            <a:endParaRPr sz="2000" b="0" i="0" u="none" strike="noStrike" cap="none">
              <a:solidFill>
                <a:srgbClr val="00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4"/>
          <p:cNvSpPr/>
          <p:nvPr/>
        </p:nvSpPr>
        <p:spPr>
          <a:xfrm>
            <a:off x="1219320" y="274680"/>
            <a:ext cx="10361880" cy="1141560"/>
          </a:xfrm>
          <a:prstGeom prst="rect">
            <a:avLst/>
          </a:prstGeom>
          <a:noFill/>
          <a:ln>
            <a:noFill/>
          </a:ln>
        </p:spPr>
        <p:txBody>
          <a:bodyPr spcFirstLastPara="1" wrap="square" lIns="90000" tIns="45000" rIns="90000" bIns="91425" anchor="b" anchorCtr="0">
            <a:no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rgbClr val="0070C0"/>
                </a:solidFill>
                <a:latin typeface="Calibri"/>
                <a:ea typeface="Calibri"/>
                <a:cs typeface="Calibri"/>
                <a:sym typeface="Calibri"/>
              </a:rPr>
              <a:t>Rule</a:t>
            </a:r>
            <a:endParaRPr sz="1800" b="0" i="0" u="none" strike="noStrike" cap="none">
              <a:solidFill>
                <a:srgbClr val="000000"/>
              </a:solidFill>
              <a:latin typeface="Arial"/>
              <a:ea typeface="Arial"/>
              <a:cs typeface="Arial"/>
              <a:sym typeface="Arial"/>
            </a:endParaRPr>
          </a:p>
        </p:txBody>
      </p:sp>
      <p:sp>
        <p:nvSpPr>
          <p:cNvPr id="135" name="Google Shape;135;p4"/>
          <p:cNvSpPr/>
          <p:nvPr/>
        </p:nvSpPr>
        <p:spPr>
          <a:xfrm>
            <a:off x="1219320" y="1447920"/>
            <a:ext cx="10361880" cy="5202720"/>
          </a:xfrm>
          <a:prstGeom prst="rect">
            <a:avLst/>
          </a:prstGeom>
          <a:noFill/>
          <a:ln>
            <a:noFill/>
          </a:ln>
        </p:spPr>
        <p:txBody>
          <a:bodyPr spcFirstLastPara="1" wrap="square" lIns="90000" tIns="45000" rIns="90000" bIns="45000" anchor="t" anchorCtr="0">
            <a:noAutofit/>
          </a:bodyPr>
          <a:lstStyle/>
          <a:p>
            <a:pPr marL="457200" marR="0" lvl="0" indent="-393700" algn="l" rtl="0">
              <a:lnSpc>
                <a:spcPct val="115000"/>
              </a:lnSpc>
              <a:spcBef>
                <a:spcPts val="0"/>
              </a:spcBef>
              <a:spcAft>
                <a:spcPts val="0"/>
              </a:spcAft>
              <a:buClr>
                <a:srgbClr val="CC4125"/>
              </a:buClr>
              <a:buSzPts val="2600"/>
              <a:buFont typeface="Calibri"/>
              <a:buChar char="•"/>
            </a:pPr>
            <a:r>
              <a:rPr lang="en-US" sz="2600" b="0" i="0" u="none" strike="noStrike" cap="none" dirty="0">
                <a:solidFill>
                  <a:srgbClr val="000000"/>
                </a:solidFill>
                <a:latin typeface="Calibri"/>
                <a:ea typeface="Calibri"/>
                <a:cs typeface="Calibri"/>
                <a:sym typeface="Calibri"/>
              </a:rPr>
              <a:t>Report</a:t>
            </a:r>
            <a:r>
              <a:rPr lang="en-US" sz="2600" b="0" i="0" u="none" strike="noStrike" cap="none" dirty="0">
                <a:solidFill>
                  <a:schemeClr val="dk1"/>
                </a:solidFill>
                <a:latin typeface="Calibri"/>
                <a:ea typeface="Calibri"/>
                <a:cs typeface="Calibri"/>
                <a:sym typeface="Calibri"/>
              </a:rPr>
              <a:t> submission deadline: </a:t>
            </a:r>
            <a:r>
              <a:rPr lang="en-US" sz="2600" b="0" i="0" u="none" strike="noStrike" cap="none" dirty="0">
                <a:solidFill>
                  <a:srgbClr val="FF0000"/>
                </a:solidFill>
                <a:latin typeface="Calibri"/>
                <a:ea typeface="Calibri"/>
                <a:cs typeface="Calibri"/>
                <a:sym typeface="Calibri"/>
              </a:rPr>
              <a:t> </a:t>
            </a:r>
            <a:r>
              <a:rPr lang="en-US" sz="2600" dirty="0">
                <a:solidFill>
                  <a:srgbClr val="FF0000"/>
                </a:solidFill>
                <a:latin typeface="Calibri"/>
                <a:ea typeface="Calibri"/>
                <a:cs typeface="Calibri"/>
                <a:sym typeface="Calibri"/>
              </a:rPr>
              <a:t>May</a:t>
            </a:r>
            <a:r>
              <a:rPr lang="en-US" sz="2600" b="0" i="0" u="none" strike="noStrike" cap="none" dirty="0">
                <a:solidFill>
                  <a:srgbClr val="FF0000"/>
                </a:solidFill>
                <a:latin typeface="Calibri"/>
                <a:ea typeface="Calibri"/>
                <a:cs typeface="Calibri"/>
                <a:sym typeface="Calibri"/>
              </a:rPr>
              <a:t> </a:t>
            </a:r>
            <a:r>
              <a:rPr lang="en-US" sz="2600" dirty="0">
                <a:solidFill>
                  <a:srgbClr val="FF0000"/>
                </a:solidFill>
                <a:latin typeface="Calibri"/>
                <a:ea typeface="Calibri"/>
                <a:cs typeface="Calibri"/>
                <a:sym typeface="Calibri"/>
              </a:rPr>
              <a:t>12</a:t>
            </a:r>
            <a:r>
              <a:rPr lang="en-US" sz="2600" b="0" i="0" u="none" strike="noStrike" cap="none" dirty="0">
                <a:solidFill>
                  <a:srgbClr val="FF0000"/>
                </a:solidFill>
                <a:latin typeface="Calibri"/>
                <a:ea typeface="Calibri"/>
                <a:cs typeface="Calibri"/>
                <a:sym typeface="Calibri"/>
              </a:rPr>
              <a:t>, 2026, 11:59 p.m.</a:t>
            </a:r>
            <a:endParaRPr sz="2600" b="0" i="0" u="none" strike="noStrike" cap="none" dirty="0">
              <a:solidFill>
                <a:srgbClr val="000000"/>
              </a:solidFill>
              <a:latin typeface="Calibri"/>
              <a:ea typeface="Calibri"/>
              <a:cs typeface="Calibri"/>
              <a:sym typeface="Calibri"/>
            </a:endParaRPr>
          </a:p>
          <a:p>
            <a:pPr marL="457200" marR="0" lvl="0" indent="-393700" algn="l" rtl="0">
              <a:lnSpc>
                <a:spcPct val="115000"/>
              </a:lnSpc>
              <a:spcBef>
                <a:spcPts val="0"/>
              </a:spcBef>
              <a:spcAft>
                <a:spcPts val="0"/>
              </a:spcAft>
              <a:buClr>
                <a:srgbClr val="CC4125"/>
              </a:buClr>
              <a:buSzPts val="2600"/>
              <a:buFont typeface="Calibri"/>
              <a:buChar char="•"/>
            </a:pPr>
            <a:r>
              <a:rPr lang="en-US" sz="2600" b="0" i="0" u="none" strike="noStrike" cap="none" dirty="0">
                <a:solidFill>
                  <a:schemeClr val="dk1"/>
                </a:solidFill>
                <a:latin typeface="Calibri"/>
                <a:ea typeface="Calibri"/>
                <a:cs typeface="Calibri"/>
                <a:sym typeface="Calibri"/>
              </a:rPr>
              <a:t>No need to demo this lab</a:t>
            </a:r>
            <a:endParaRPr sz="2600" b="0" i="0" u="none" strike="noStrike" cap="none" dirty="0">
              <a:solidFill>
                <a:schemeClr val="dk1"/>
              </a:solidFill>
              <a:latin typeface="Calibri"/>
              <a:ea typeface="Calibri"/>
              <a:cs typeface="Calibri"/>
              <a:sym typeface="Calibri"/>
            </a:endParaRPr>
          </a:p>
          <a:p>
            <a:pPr marL="457200" marR="0" lvl="0" indent="-393700" algn="l" rtl="0">
              <a:lnSpc>
                <a:spcPct val="115000"/>
              </a:lnSpc>
              <a:spcBef>
                <a:spcPts val="0"/>
              </a:spcBef>
              <a:spcAft>
                <a:spcPts val="0"/>
              </a:spcAft>
              <a:buClr>
                <a:srgbClr val="CC4125"/>
              </a:buClr>
              <a:buSzPts val="2600"/>
              <a:buFont typeface="Calibri"/>
              <a:buChar char="•"/>
            </a:pPr>
            <a:r>
              <a:rPr lang="en-US" sz="2600" b="0" i="0" u="none" strike="noStrike" cap="none" dirty="0">
                <a:solidFill>
                  <a:srgbClr val="000000"/>
                </a:solidFill>
                <a:latin typeface="Calibri"/>
                <a:ea typeface="Calibri"/>
                <a:cs typeface="Calibri"/>
                <a:sym typeface="Calibri"/>
              </a:rPr>
              <a:t>Zip all files in one file (Please do </a:t>
            </a:r>
            <a:r>
              <a:rPr lang="en-US" sz="2600" b="0" i="0" u="none" strike="noStrike" cap="none" dirty="0">
                <a:solidFill>
                  <a:srgbClr val="FF0000"/>
                </a:solidFill>
                <a:latin typeface="Calibri"/>
                <a:ea typeface="Calibri"/>
                <a:cs typeface="Calibri"/>
                <a:sym typeface="Calibri"/>
              </a:rPr>
              <a:t>not upload dataset</a:t>
            </a:r>
            <a:r>
              <a:rPr lang="en-US" sz="2600" b="0" i="0" u="none" strike="noStrike" cap="none" dirty="0">
                <a:solidFill>
                  <a:srgbClr val="000000"/>
                </a:solidFill>
                <a:latin typeface="Calibri"/>
                <a:ea typeface="Calibri"/>
                <a:cs typeface="Calibri"/>
                <a:sym typeface="Calibri"/>
              </a:rPr>
              <a:t>)</a:t>
            </a:r>
            <a:endParaRPr sz="1800" b="0" i="0" u="none" strike="noStrike" cap="none" dirty="0">
              <a:solidFill>
                <a:srgbClr val="000000"/>
              </a:solidFill>
              <a:latin typeface="Arial"/>
              <a:ea typeface="Arial"/>
              <a:cs typeface="Arial"/>
              <a:sym typeface="Arial"/>
            </a:endParaRPr>
          </a:p>
          <a:p>
            <a:pPr marL="914400" marR="0" lvl="1" indent="-381000" algn="l" rtl="0">
              <a:lnSpc>
                <a:spcPct val="115000"/>
              </a:lnSpc>
              <a:spcBef>
                <a:spcPts val="0"/>
              </a:spcBef>
              <a:spcAft>
                <a:spcPts val="0"/>
              </a:spcAft>
              <a:buClr>
                <a:srgbClr val="000000"/>
              </a:buClr>
              <a:buSzPts val="2400"/>
              <a:buFont typeface="Calibri"/>
              <a:buChar char="•"/>
            </a:pPr>
            <a:r>
              <a:rPr lang="en-US" sz="2400" b="0" i="0" u="none" strike="noStrike" cap="none" dirty="0">
                <a:solidFill>
                  <a:srgbClr val="000000"/>
                </a:solidFill>
                <a:latin typeface="Calibri"/>
                <a:ea typeface="Calibri"/>
                <a:cs typeface="Calibri"/>
                <a:sym typeface="Calibri"/>
              </a:rPr>
              <a:t>Report (.pdf)</a:t>
            </a:r>
            <a:endParaRPr sz="1800" b="0" i="0" u="none" strike="noStrike" cap="none" dirty="0">
              <a:solidFill>
                <a:srgbClr val="000000"/>
              </a:solidFill>
              <a:latin typeface="Arial"/>
              <a:ea typeface="Arial"/>
              <a:cs typeface="Arial"/>
              <a:sym typeface="Arial"/>
            </a:endParaRPr>
          </a:p>
          <a:p>
            <a:pPr marL="914400" marR="0" lvl="1" indent="-381000" algn="l" rtl="0">
              <a:lnSpc>
                <a:spcPct val="115000"/>
              </a:lnSpc>
              <a:spcBef>
                <a:spcPts val="0"/>
              </a:spcBef>
              <a:spcAft>
                <a:spcPts val="0"/>
              </a:spcAft>
              <a:buClr>
                <a:srgbClr val="000000"/>
              </a:buClr>
              <a:buSzPts val="2400"/>
              <a:buFont typeface="Calibri"/>
              <a:buChar char="•"/>
            </a:pPr>
            <a:r>
              <a:rPr lang="en-US" sz="2400" b="0" i="0" u="none" strike="noStrike" cap="none" dirty="0">
                <a:solidFill>
                  <a:srgbClr val="000000"/>
                </a:solidFill>
                <a:latin typeface="Calibri"/>
                <a:ea typeface="Calibri"/>
                <a:cs typeface="Calibri"/>
                <a:sym typeface="Calibri"/>
              </a:rPr>
              <a:t>Source code</a:t>
            </a:r>
            <a:endParaRPr sz="2400" b="0" i="0" u="none" strike="noStrike" cap="none" dirty="0">
              <a:solidFill>
                <a:srgbClr val="000000"/>
              </a:solidFill>
              <a:latin typeface="Calibri"/>
              <a:ea typeface="Calibri"/>
              <a:cs typeface="Calibri"/>
              <a:sym typeface="Calibri"/>
            </a:endParaRPr>
          </a:p>
          <a:p>
            <a:pPr marL="914400" marR="0" lvl="1" indent="-381000" algn="l" rtl="0">
              <a:lnSpc>
                <a:spcPct val="115000"/>
              </a:lnSpc>
              <a:spcBef>
                <a:spcPts val="0"/>
              </a:spcBef>
              <a:spcAft>
                <a:spcPts val="0"/>
              </a:spcAft>
              <a:buClr>
                <a:srgbClr val="000000"/>
              </a:buClr>
              <a:buSzPts val="2400"/>
              <a:buFont typeface="Calibri"/>
              <a:buChar char="•"/>
            </a:pPr>
            <a:r>
              <a:rPr lang="en-US" sz="2400" b="0" i="0" u="none" strike="noStrike" cap="none" dirty="0">
                <a:solidFill>
                  <a:srgbClr val="000000"/>
                </a:solidFill>
                <a:latin typeface="Calibri"/>
                <a:ea typeface="Calibri"/>
                <a:cs typeface="Calibri"/>
                <a:sym typeface="Calibri"/>
              </a:rPr>
              <a:t>images Folders -|--  test  </a:t>
            </a:r>
            <a:endParaRPr sz="2400" b="0" i="0" u="none" strike="noStrike" cap="none" dirty="0">
              <a:solidFill>
                <a:srgbClr val="000000"/>
              </a:solidFill>
              <a:latin typeface="Calibri"/>
              <a:ea typeface="Calibri"/>
              <a:cs typeface="Calibri"/>
              <a:sym typeface="Calibri"/>
            </a:endParaRPr>
          </a:p>
          <a:p>
            <a:pPr marL="914400" marR="0" lvl="0" indent="0" algn="l" rtl="0">
              <a:lnSpc>
                <a:spcPct val="115000"/>
              </a:lnSpc>
              <a:spcBef>
                <a:spcPts val="0"/>
              </a:spcBef>
              <a:spcAft>
                <a:spcPts val="0"/>
              </a:spcAft>
              <a:buClr>
                <a:srgbClr val="000000"/>
              </a:buClr>
              <a:buSzPts val="2400"/>
              <a:buFont typeface="Arial"/>
              <a:buNone/>
            </a:pPr>
            <a:r>
              <a:rPr lang="en-US" sz="2400" b="0" i="0" u="none" strike="noStrike" cap="none" dirty="0">
                <a:solidFill>
                  <a:srgbClr val="000000"/>
                </a:solidFill>
                <a:latin typeface="Calibri"/>
                <a:ea typeface="Calibri"/>
                <a:cs typeface="Calibri"/>
                <a:sym typeface="Calibri"/>
              </a:rPr>
              <a:t>		</a:t>
            </a:r>
            <a:r>
              <a:rPr lang="en-US" sz="2400" dirty="0">
                <a:latin typeface="Calibri"/>
                <a:ea typeface="Calibri"/>
                <a:cs typeface="Calibri"/>
                <a:sym typeface="Calibri"/>
              </a:rPr>
              <a:t>   </a:t>
            </a:r>
            <a:r>
              <a:rPr lang="en-US" sz="2400" b="0" i="0" u="none" strike="noStrike" cap="none" dirty="0">
                <a:solidFill>
                  <a:srgbClr val="000000"/>
                </a:solidFill>
                <a:latin typeface="Calibri"/>
                <a:ea typeface="Calibri"/>
                <a:cs typeface="Calibri"/>
                <a:sym typeface="Calibri"/>
              </a:rPr>
              <a:t>|-- </a:t>
            </a:r>
            <a:r>
              <a:rPr lang="en-US" sz="2400" b="0" i="0" u="none" strike="noStrike" cap="none" dirty="0" err="1">
                <a:solidFill>
                  <a:srgbClr val="000000"/>
                </a:solidFill>
                <a:latin typeface="Calibri"/>
                <a:ea typeface="Calibri"/>
                <a:cs typeface="Calibri"/>
                <a:sym typeface="Calibri"/>
              </a:rPr>
              <a:t>new_test</a:t>
            </a:r>
            <a:endParaRPr sz="2400" b="0" i="0" u="none" strike="noStrike" cap="none" dirty="0">
              <a:solidFill>
                <a:srgbClr val="000000"/>
              </a:solidFill>
              <a:latin typeface="Calibri"/>
              <a:ea typeface="Calibri"/>
              <a:cs typeface="Calibri"/>
              <a:sym typeface="Calibri"/>
            </a:endParaRPr>
          </a:p>
          <a:p>
            <a:pPr marL="457200" marR="0" lvl="0" indent="-393700" algn="l" rtl="0">
              <a:lnSpc>
                <a:spcPct val="115000"/>
              </a:lnSpc>
              <a:spcBef>
                <a:spcPts val="0"/>
              </a:spcBef>
              <a:spcAft>
                <a:spcPts val="0"/>
              </a:spcAft>
              <a:buClr>
                <a:srgbClr val="CC4125"/>
              </a:buClr>
              <a:buSzPts val="2600"/>
              <a:buFont typeface="Calibri"/>
              <a:buChar char="•"/>
            </a:pPr>
            <a:r>
              <a:rPr lang="en-US" sz="2600" b="0" i="0" u="none" strike="noStrike" cap="none" dirty="0">
                <a:solidFill>
                  <a:srgbClr val="000000"/>
                </a:solidFill>
                <a:latin typeface="Calibri"/>
                <a:ea typeface="Calibri"/>
                <a:cs typeface="Calibri"/>
                <a:sym typeface="Calibri"/>
              </a:rPr>
              <a:t>Name it "DL_LAB6_YourStudentID_YourName.zip”</a:t>
            </a:r>
            <a:endParaRPr sz="1800" b="0" i="0" u="none" strike="noStrike" cap="none" dirty="0">
              <a:solidFill>
                <a:srgbClr val="000000"/>
              </a:solidFill>
              <a:latin typeface="Arial"/>
              <a:ea typeface="Arial"/>
              <a:cs typeface="Arial"/>
              <a:sym typeface="Arial"/>
            </a:endParaRPr>
          </a:p>
          <a:p>
            <a:pPr marL="914400" marR="0" lvl="1" indent="-381000" algn="l" rtl="0">
              <a:lnSpc>
                <a:spcPct val="115000"/>
              </a:lnSpc>
              <a:spcBef>
                <a:spcPts val="0"/>
              </a:spcBef>
              <a:spcAft>
                <a:spcPts val="0"/>
              </a:spcAft>
              <a:buClr>
                <a:srgbClr val="000000"/>
              </a:buClr>
              <a:buSzPts val="2400"/>
              <a:buFont typeface="Calibri"/>
              <a:buChar char="•"/>
            </a:pPr>
            <a:r>
              <a:rPr lang="en-US" sz="2400" b="0" i="0" u="none" strike="noStrike" cap="none" dirty="0">
                <a:solidFill>
                  <a:srgbClr val="000000"/>
                </a:solidFill>
                <a:latin typeface="Calibri"/>
                <a:ea typeface="Calibri"/>
                <a:cs typeface="Calibri"/>
                <a:sym typeface="Calibri"/>
              </a:rPr>
              <a:t>Example:  “DL_LAB6_</a:t>
            </a:r>
            <a:r>
              <a:rPr lang="en-US" altLang="zh-TW" sz="2400" b="0" i="0" u="none" strike="noStrike" cap="none" dirty="0">
                <a:solidFill>
                  <a:srgbClr val="000000"/>
                </a:solidFill>
                <a:latin typeface="Calibri"/>
                <a:ea typeface="Calibri"/>
                <a:cs typeface="Calibri"/>
                <a:sym typeface="Calibri"/>
              </a:rPr>
              <a:t>1919810</a:t>
            </a:r>
            <a:r>
              <a:rPr lang="en-US" sz="2400" b="0" i="0" u="none" strike="noStrike" cap="none" dirty="0">
                <a:solidFill>
                  <a:srgbClr val="000000"/>
                </a:solidFill>
                <a:latin typeface="Calibri"/>
                <a:ea typeface="Calibri"/>
                <a:cs typeface="Calibri"/>
                <a:sym typeface="Calibri"/>
              </a:rPr>
              <a:t>_</a:t>
            </a:r>
            <a:r>
              <a:rPr lang="zh-TW" altLang="en-US" sz="2400" dirty="0">
                <a:latin typeface="Calibri"/>
                <a:ea typeface="Calibri"/>
                <a:cs typeface="Calibri"/>
                <a:sym typeface="Calibri"/>
              </a:rPr>
              <a:t>楊成偉</a:t>
            </a:r>
            <a:r>
              <a:rPr lang="en-US" sz="2400" b="0" i="0" u="none" strike="noStrike" cap="none" dirty="0">
                <a:solidFill>
                  <a:srgbClr val="000000"/>
                </a:solidFill>
                <a:latin typeface="Calibri"/>
                <a:ea typeface="Calibri"/>
                <a:cs typeface="Calibri"/>
                <a:sym typeface="Calibri"/>
              </a:rPr>
              <a:t>.zip”</a:t>
            </a:r>
            <a:endParaRPr sz="1800" b="0" i="0" u="none" strike="noStrike" cap="none" dirty="0">
              <a:solidFill>
                <a:srgbClr val="000000"/>
              </a:solidFill>
              <a:latin typeface="Arial"/>
              <a:ea typeface="Arial"/>
              <a:cs typeface="Arial"/>
              <a:sym typeface="Arial"/>
            </a:endParaRPr>
          </a:p>
          <a:p>
            <a:pPr marL="457200" marR="0" lvl="0" indent="-393700" algn="l" rtl="0">
              <a:lnSpc>
                <a:spcPct val="115000"/>
              </a:lnSpc>
              <a:spcBef>
                <a:spcPts val="0"/>
              </a:spcBef>
              <a:spcAft>
                <a:spcPts val="0"/>
              </a:spcAft>
              <a:buClr>
                <a:srgbClr val="CC4125"/>
              </a:buClr>
              <a:buSzPts val="2600"/>
              <a:buFont typeface="Calibri"/>
              <a:buChar char="•"/>
            </a:pPr>
            <a:r>
              <a:rPr lang="en-US" sz="2600" b="0" i="0" u="none" strike="noStrike" cap="none" dirty="0">
                <a:solidFill>
                  <a:srgbClr val="FF0000"/>
                </a:solidFill>
                <a:latin typeface="Calibri"/>
                <a:ea typeface="Calibri"/>
                <a:cs typeface="Calibri"/>
                <a:sym typeface="Calibri"/>
              </a:rPr>
              <a:t>-5% to your score</a:t>
            </a:r>
            <a:r>
              <a:rPr lang="en-US" sz="2600" b="0" i="0" u="none" strike="noStrike" cap="none" dirty="0">
                <a:solidFill>
                  <a:srgbClr val="000000"/>
                </a:solidFill>
                <a:latin typeface="Calibri"/>
                <a:ea typeface="Calibri"/>
                <a:cs typeface="Calibri"/>
                <a:sym typeface="Calibri"/>
              </a:rPr>
              <a:t> if </a:t>
            </a:r>
            <a:r>
              <a:rPr lang="en-US" sz="2600" b="0" i="0" u="none" strike="noStrike" cap="none" dirty="0" err="1">
                <a:solidFill>
                  <a:srgbClr val="000000"/>
                </a:solidFill>
                <a:latin typeface="Calibri"/>
                <a:ea typeface="Calibri"/>
                <a:cs typeface="Calibri"/>
                <a:sym typeface="Calibri"/>
              </a:rPr>
              <a:t>yu</a:t>
            </a:r>
            <a:r>
              <a:rPr lang="en-US" sz="2600" b="0" i="0" u="none" strike="noStrike" cap="none" dirty="0">
                <a:solidFill>
                  <a:srgbClr val="000000"/>
                </a:solidFill>
                <a:latin typeface="Calibri"/>
                <a:ea typeface="Calibri"/>
                <a:cs typeface="Calibri"/>
                <a:sym typeface="Calibri"/>
              </a:rPr>
              <a:t> do not follow the format</a:t>
            </a:r>
            <a:endParaRPr sz="1800" b="0" i="0" u="none" strike="noStrike" cap="none" dirty="0">
              <a:solidFill>
                <a:srgbClr val="000000"/>
              </a:solidFill>
              <a:latin typeface="Arial"/>
              <a:ea typeface="Arial"/>
              <a:cs typeface="Arial"/>
              <a:sym typeface="Arial"/>
            </a:endParaRPr>
          </a:p>
          <a:p>
            <a:pPr marL="45720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p:txBody>
      </p:sp>
      <p:pic>
        <p:nvPicPr>
          <p:cNvPr id="136" name="Google Shape;136;p4"/>
          <p:cNvPicPr preferRelativeResize="0"/>
          <p:nvPr/>
        </p:nvPicPr>
        <p:blipFill rotWithShape="1">
          <a:blip r:embed="rId3">
            <a:alphaModFix/>
          </a:blip>
          <a:srcRect/>
          <a:stretch/>
        </p:blipFill>
        <p:spPr>
          <a:xfrm>
            <a:off x="9919326" y="2123052"/>
            <a:ext cx="1591150" cy="23725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g271dc8c5e98_0_295"/>
          <p:cNvSpPr txBox="1">
            <a:spLocks noGrp="1"/>
          </p:cNvSpPr>
          <p:nvPr>
            <p:ph type="ctrTitle"/>
          </p:nvPr>
        </p:nvSpPr>
        <p:spPr>
          <a:xfrm>
            <a:off x="239349" y="1988840"/>
            <a:ext cx="11809200" cy="1470000"/>
          </a:xfrm>
          <a:prstGeom prst="rect">
            <a:avLst/>
          </a:prstGeom>
          <a:noFill/>
          <a:ln>
            <a:noFill/>
          </a:ln>
        </p:spPr>
        <p:txBody>
          <a:bodyPr spcFirstLastPara="1" wrap="square" lIns="91425" tIns="45700" rIns="91425" bIns="91425" anchor="b" anchorCtr="0">
            <a:normAutofit/>
          </a:bodyPr>
          <a:lstStyle/>
          <a:p>
            <a:pPr marL="0" lvl="0" indent="0" algn="ctr" rtl="0">
              <a:lnSpc>
                <a:spcPct val="100000"/>
              </a:lnSpc>
              <a:spcBef>
                <a:spcPts val="0"/>
              </a:spcBef>
              <a:spcAft>
                <a:spcPts val="0"/>
              </a:spcAft>
              <a:buClr>
                <a:srgbClr val="0070C0"/>
              </a:buClr>
              <a:buSzPts val="3600"/>
              <a:buFont typeface="Calibri"/>
              <a:buNone/>
            </a:pPr>
            <a:r>
              <a:rPr lang="en-US" b="1">
                <a:solidFill>
                  <a:srgbClr val="0070C0"/>
                </a:solidFill>
                <a:latin typeface="Calibri"/>
                <a:ea typeface="Calibri"/>
                <a:cs typeface="Calibri"/>
                <a:sym typeface="Calibri"/>
              </a:rPr>
              <a:t>Lab description</a:t>
            </a:r>
            <a:endParaRPr b="1">
              <a:solidFill>
                <a:srgbClr val="0070C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3"/>
          <p:cNvSpPr/>
          <p:nvPr/>
        </p:nvSpPr>
        <p:spPr>
          <a:xfrm>
            <a:off x="1219320" y="274680"/>
            <a:ext cx="10361880" cy="1141560"/>
          </a:xfrm>
          <a:prstGeom prst="rect">
            <a:avLst/>
          </a:prstGeom>
          <a:noFill/>
          <a:ln>
            <a:noFill/>
          </a:ln>
        </p:spPr>
        <p:txBody>
          <a:bodyPr spcFirstLastPara="1" wrap="square" lIns="90000" tIns="45000" rIns="90000" bIns="91425" anchor="b" anchorCtr="0">
            <a:no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rgbClr val="0070C0"/>
                </a:solidFill>
                <a:latin typeface="Calibri"/>
                <a:ea typeface="Calibri"/>
                <a:cs typeface="Calibri"/>
                <a:sym typeface="Calibri"/>
              </a:rPr>
              <a:t>Lab objective</a:t>
            </a:r>
            <a:endParaRPr sz="1800" b="0" i="0" u="none" strike="noStrike" cap="none">
              <a:solidFill>
                <a:srgbClr val="000000"/>
              </a:solidFill>
              <a:latin typeface="Arial"/>
              <a:ea typeface="Arial"/>
              <a:cs typeface="Arial"/>
              <a:sym typeface="Arial"/>
            </a:endParaRPr>
          </a:p>
        </p:txBody>
      </p:sp>
      <p:sp>
        <p:nvSpPr>
          <p:cNvPr id="148" name="Google Shape;148;p3"/>
          <p:cNvSpPr/>
          <p:nvPr/>
        </p:nvSpPr>
        <p:spPr>
          <a:xfrm>
            <a:off x="1219325" y="1447925"/>
            <a:ext cx="10485300" cy="4570500"/>
          </a:xfrm>
          <a:prstGeom prst="rect">
            <a:avLst/>
          </a:prstGeom>
          <a:noFill/>
          <a:ln>
            <a:noFill/>
          </a:ln>
        </p:spPr>
        <p:txBody>
          <a:bodyPr spcFirstLastPara="1" wrap="square" lIns="90000" tIns="45000" rIns="90000" bIns="45000" anchor="t" anchorCtr="0">
            <a:noAutofit/>
          </a:bodyPr>
          <a:lstStyle/>
          <a:p>
            <a:pPr marL="457200" marR="0" lvl="0" indent="-393700" algn="l" rtl="0">
              <a:lnSpc>
                <a:spcPct val="100000"/>
              </a:lnSpc>
              <a:spcBef>
                <a:spcPts val="0"/>
              </a:spcBef>
              <a:spcAft>
                <a:spcPts val="0"/>
              </a:spcAft>
              <a:buClr>
                <a:srgbClr val="D34817"/>
              </a:buClr>
              <a:buSzPts val="2600"/>
              <a:buFont typeface="Calibri"/>
              <a:buChar char="●"/>
            </a:pPr>
            <a:r>
              <a:rPr lang="en-US" sz="2600" b="0" i="0" u="none" strike="noStrike" cap="none">
                <a:solidFill>
                  <a:srgbClr val="000000"/>
                </a:solidFill>
                <a:latin typeface="Calibri"/>
                <a:ea typeface="Calibri"/>
                <a:cs typeface="Calibri"/>
                <a:sym typeface="Calibri"/>
              </a:rPr>
              <a:t>You need to implement </a:t>
            </a:r>
            <a:r>
              <a:rPr lang="en-US" sz="2600" b="0" i="0" u="none" strike="noStrike" cap="none">
                <a:solidFill>
                  <a:srgbClr val="FF0000"/>
                </a:solidFill>
                <a:latin typeface="Calibri"/>
                <a:ea typeface="Calibri"/>
                <a:cs typeface="Calibri"/>
                <a:sym typeface="Calibri"/>
              </a:rPr>
              <a:t>a DDPM </a:t>
            </a:r>
            <a:r>
              <a:rPr lang="en-US" sz="2600" b="0" i="0" u="none" strike="noStrike" cap="none">
                <a:solidFill>
                  <a:srgbClr val="000000"/>
                </a:solidFill>
                <a:latin typeface="Calibri"/>
                <a:ea typeface="Calibri"/>
                <a:cs typeface="Calibri"/>
                <a:sym typeface="Calibri"/>
              </a:rPr>
              <a:t>to generate synthetic images according to multi-label conditions</a:t>
            </a:r>
            <a:endParaRPr sz="1800" b="0" i="0" u="none" strike="noStrike" cap="none">
              <a:solidFill>
                <a:srgbClr val="000000"/>
              </a:solidFill>
              <a:latin typeface="Arial"/>
              <a:ea typeface="Arial"/>
              <a:cs typeface="Arial"/>
              <a:sym typeface="Arial"/>
            </a:endParaRPr>
          </a:p>
        </p:txBody>
      </p:sp>
      <p:pic>
        <p:nvPicPr>
          <p:cNvPr id="149" name="Google Shape;149;p3"/>
          <p:cNvPicPr preferRelativeResize="0"/>
          <p:nvPr/>
        </p:nvPicPr>
        <p:blipFill rotWithShape="1">
          <a:blip r:embed="rId3">
            <a:alphaModFix/>
          </a:blip>
          <a:srcRect/>
          <a:stretch/>
        </p:blipFill>
        <p:spPr>
          <a:xfrm>
            <a:off x="5394826" y="2011875"/>
            <a:ext cx="3145100" cy="4384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g34df1959d47_0_6"/>
          <p:cNvSpPr/>
          <p:nvPr/>
        </p:nvSpPr>
        <p:spPr>
          <a:xfrm>
            <a:off x="1219320" y="274680"/>
            <a:ext cx="10362000" cy="1141500"/>
          </a:xfrm>
          <a:prstGeom prst="rect">
            <a:avLst/>
          </a:prstGeom>
          <a:noFill/>
          <a:ln>
            <a:noFill/>
          </a:ln>
        </p:spPr>
        <p:txBody>
          <a:bodyPr spcFirstLastPara="1" wrap="square" lIns="90000" tIns="45000" rIns="90000" bIns="91425" anchor="b" anchorCtr="0">
            <a:no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rgbClr val="0070C0"/>
                </a:solidFill>
                <a:latin typeface="Calibri"/>
                <a:ea typeface="Calibri"/>
                <a:cs typeface="Calibri"/>
                <a:sym typeface="Calibri"/>
              </a:rPr>
              <a:t>File Descriptions</a:t>
            </a:r>
            <a:endParaRPr sz="1800" b="0" i="0" u="none" strike="noStrike" cap="none">
              <a:solidFill>
                <a:srgbClr val="000000"/>
              </a:solidFill>
              <a:latin typeface="Arial"/>
              <a:ea typeface="Arial"/>
              <a:cs typeface="Arial"/>
              <a:sym typeface="Arial"/>
            </a:endParaRPr>
          </a:p>
        </p:txBody>
      </p:sp>
      <p:sp>
        <p:nvSpPr>
          <p:cNvPr id="155" name="Google Shape;155;g34df1959d47_0_6"/>
          <p:cNvSpPr/>
          <p:nvPr/>
        </p:nvSpPr>
        <p:spPr>
          <a:xfrm>
            <a:off x="1219325" y="1447925"/>
            <a:ext cx="10485300" cy="4570500"/>
          </a:xfrm>
          <a:prstGeom prst="rect">
            <a:avLst/>
          </a:prstGeom>
          <a:noFill/>
          <a:ln>
            <a:noFill/>
          </a:ln>
        </p:spPr>
        <p:txBody>
          <a:bodyPr spcFirstLastPara="1" wrap="square" lIns="90000" tIns="45000" rIns="90000" bIns="45000" anchor="t" anchorCtr="0">
            <a:noAutofit/>
          </a:bodyPr>
          <a:lstStyle/>
          <a:p>
            <a:pPr marL="457200" marR="0" lvl="0" indent="-393700" algn="l" rtl="0">
              <a:lnSpc>
                <a:spcPct val="100000"/>
              </a:lnSpc>
              <a:spcBef>
                <a:spcPts val="0"/>
              </a:spcBef>
              <a:spcAft>
                <a:spcPts val="0"/>
              </a:spcAft>
              <a:buClr>
                <a:srgbClr val="D34817"/>
              </a:buClr>
              <a:buSzPts val="2600"/>
              <a:buFont typeface="Calibri"/>
              <a:buChar char="●"/>
            </a:pPr>
            <a:r>
              <a:rPr lang="en-US" sz="2600" b="0" i="0" u="none" strike="noStrike" cap="none" dirty="0">
                <a:solidFill>
                  <a:srgbClr val="000000"/>
                </a:solidFill>
                <a:latin typeface="Calibri"/>
                <a:ea typeface="Calibri"/>
                <a:cs typeface="Calibri"/>
                <a:sym typeface="Calibri"/>
              </a:rPr>
              <a:t>You can download </a:t>
            </a:r>
            <a:r>
              <a:rPr lang="en-US" sz="2600" b="0" i="0" u="none" strike="noStrike" cap="none" dirty="0" err="1">
                <a:solidFill>
                  <a:srgbClr val="000000"/>
                </a:solidFill>
                <a:latin typeface="Calibri"/>
                <a:ea typeface="Calibri"/>
                <a:cs typeface="Calibri"/>
                <a:sym typeface="Calibri"/>
              </a:rPr>
              <a:t>file.zip</a:t>
            </a:r>
            <a:r>
              <a:rPr lang="en-US" sz="2600" b="0" i="0" u="none" strike="noStrike" cap="none" dirty="0">
                <a:solidFill>
                  <a:srgbClr val="000000"/>
                </a:solidFill>
                <a:latin typeface="Calibri"/>
                <a:ea typeface="Calibri"/>
                <a:cs typeface="Calibri"/>
                <a:sym typeface="Calibri"/>
              </a:rPr>
              <a:t> from e3 or </a:t>
            </a:r>
            <a:r>
              <a:rPr lang="en-US" sz="2600" b="0" i="0" u="none" strike="noStrike" cap="none" dirty="0" err="1">
                <a:solidFill>
                  <a:srgbClr val="000000"/>
                </a:solidFill>
                <a:latin typeface="Calibri"/>
                <a:ea typeface="Calibri"/>
                <a:cs typeface="Calibri"/>
                <a:sym typeface="Calibri"/>
              </a:rPr>
              <a:t>ntu</a:t>
            </a:r>
            <a:r>
              <a:rPr lang="en-US" sz="2600" b="0" i="0" u="none" strike="noStrike" cap="none" dirty="0">
                <a:solidFill>
                  <a:srgbClr val="000000"/>
                </a:solidFill>
                <a:latin typeface="Calibri"/>
                <a:ea typeface="Calibri"/>
                <a:cs typeface="Calibri"/>
                <a:sym typeface="Calibri"/>
              </a:rPr>
              <a:t> cool, except </a:t>
            </a:r>
            <a:r>
              <a:rPr lang="en-US" sz="2600" b="0" i="0" u="none" strike="noStrike" cap="none" dirty="0" err="1">
                <a:solidFill>
                  <a:srgbClr val="000000"/>
                </a:solidFill>
                <a:latin typeface="Calibri"/>
                <a:ea typeface="Calibri"/>
                <a:cs typeface="Calibri"/>
                <a:sym typeface="Calibri"/>
              </a:rPr>
              <a:t>iclevr.zip</a:t>
            </a:r>
            <a:r>
              <a:rPr lang="en-US" sz="2600" b="0" i="0" u="none" strike="noStrike" cap="none" dirty="0">
                <a:solidFill>
                  <a:srgbClr val="000000"/>
                </a:solidFill>
                <a:latin typeface="Calibri"/>
                <a:ea typeface="Calibri"/>
                <a:cs typeface="Calibri"/>
                <a:sym typeface="Calibri"/>
              </a:rPr>
              <a:t>, from the open-source Google Drive (</a:t>
            </a:r>
            <a:r>
              <a:rPr lang="en-US" sz="2600" b="0" i="0" u="sng" strike="noStrike" cap="none" dirty="0">
                <a:solidFill>
                  <a:schemeClr val="hlink"/>
                </a:solidFill>
                <a:latin typeface="Calibri"/>
                <a:ea typeface="Calibri"/>
                <a:cs typeface="Calibri"/>
                <a:sym typeface="Calibri"/>
                <a:hlinkClick r:id="rId3"/>
              </a:rPr>
              <a:t>link</a:t>
            </a:r>
            <a:r>
              <a:rPr lang="en-US" sz="2600" b="0" i="0" u="none" strike="noStrike" cap="none" dirty="0">
                <a:solidFill>
                  <a:srgbClr val="000000"/>
                </a:solidFill>
                <a:latin typeface="Calibri"/>
                <a:ea typeface="Calibri"/>
                <a:cs typeface="Calibri"/>
                <a:sym typeface="Calibri"/>
              </a:rPr>
              <a:t>). </a:t>
            </a:r>
            <a:endParaRPr sz="2600" b="0" i="0" u="none" strike="noStrike" cap="none" dirty="0">
              <a:solidFill>
                <a:srgbClr val="000000"/>
              </a:solidFill>
              <a:latin typeface="Calibri"/>
              <a:ea typeface="Calibri"/>
              <a:cs typeface="Calibri"/>
              <a:sym typeface="Calibri"/>
            </a:endParaRPr>
          </a:p>
          <a:p>
            <a:pPr marL="457200" marR="0" lvl="0" indent="-393700" algn="l" rtl="0">
              <a:lnSpc>
                <a:spcPct val="100000"/>
              </a:lnSpc>
              <a:spcBef>
                <a:spcPts val="0"/>
              </a:spcBef>
              <a:spcAft>
                <a:spcPts val="0"/>
              </a:spcAft>
              <a:buClr>
                <a:srgbClr val="D34817"/>
              </a:buClr>
              <a:buSzPts val="2600"/>
              <a:buFont typeface="Calibri"/>
              <a:buChar char="●"/>
            </a:pPr>
            <a:r>
              <a:rPr lang="en-US" sz="2600" b="0" i="0" u="none" strike="noStrike" cap="none" dirty="0">
                <a:solidFill>
                  <a:srgbClr val="000000"/>
                </a:solidFill>
                <a:latin typeface="Calibri"/>
                <a:ea typeface="Calibri"/>
                <a:cs typeface="Calibri"/>
                <a:sym typeface="Calibri"/>
              </a:rPr>
              <a:t>There are 7 files in the </a:t>
            </a:r>
            <a:r>
              <a:rPr lang="en-US" sz="2600" b="0" i="0" u="none" strike="noStrike" cap="none" dirty="0" err="1">
                <a:solidFill>
                  <a:srgbClr val="000000"/>
                </a:solidFill>
                <a:latin typeface="Calibri"/>
                <a:ea typeface="Calibri"/>
                <a:cs typeface="Calibri"/>
                <a:sym typeface="Calibri"/>
              </a:rPr>
              <a:t>file.zip</a:t>
            </a:r>
            <a:r>
              <a:rPr lang="en-US" sz="2600" b="0" i="0" u="none" strike="noStrike" cap="none" dirty="0">
                <a:solidFill>
                  <a:srgbClr val="000000"/>
                </a:solidFill>
                <a:latin typeface="Calibri"/>
                <a:ea typeface="Calibri"/>
                <a:cs typeface="Calibri"/>
                <a:sym typeface="Calibri"/>
              </a:rPr>
              <a:t>: </a:t>
            </a:r>
            <a:r>
              <a:rPr lang="en-US" sz="2600" b="0" i="0" u="none" strike="noStrike" cap="none" dirty="0" err="1">
                <a:solidFill>
                  <a:srgbClr val="000000"/>
                </a:solidFill>
                <a:latin typeface="Calibri"/>
                <a:ea typeface="Calibri"/>
                <a:cs typeface="Calibri"/>
                <a:sym typeface="Calibri"/>
              </a:rPr>
              <a:t>readme.txt</a:t>
            </a:r>
            <a:r>
              <a:rPr lang="en-US" sz="2600" b="0" i="0" u="none" strike="noStrike" cap="none" dirty="0">
                <a:solidFill>
                  <a:srgbClr val="000000"/>
                </a:solidFill>
                <a:latin typeface="Calibri"/>
                <a:ea typeface="Calibri"/>
                <a:cs typeface="Calibri"/>
                <a:sym typeface="Calibri"/>
              </a:rPr>
              <a:t>, </a:t>
            </a:r>
            <a:r>
              <a:rPr lang="en-US" sz="2600" b="0" i="0" u="none" strike="noStrike" cap="none" dirty="0" err="1">
                <a:solidFill>
                  <a:srgbClr val="000000"/>
                </a:solidFill>
                <a:latin typeface="Calibri"/>
                <a:ea typeface="Calibri"/>
                <a:cs typeface="Calibri"/>
                <a:sym typeface="Calibri"/>
              </a:rPr>
              <a:t>train.json</a:t>
            </a:r>
            <a:r>
              <a:rPr lang="en-US" sz="2600" b="0" i="0" u="none" strike="noStrike" cap="none" dirty="0">
                <a:solidFill>
                  <a:srgbClr val="000000"/>
                </a:solidFill>
                <a:latin typeface="Calibri"/>
                <a:ea typeface="Calibri"/>
                <a:cs typeface="Calibri"/>
                <a:sym typeface="Calibri"/>
              </a:rPr>
              <a:t>, </a:t>
            </a:r>
            <a:r>
              <a:rPr lang="en-US" sz="2600" b="0" i="0" u="none" strike="noStrike" cap="none" dirty="0" err="1">
                <a:solidFill>
                  <a:srgbClr val="000000"/>
                </a:solidFill>
                <a:latin typeface="Calibri"/>
                <a:ea typeface="Calibri"/>
                <a:cs typeface="Calibri"/>
                <a:sym typeface="Calibri"/>
              </a:rPr>
              <a:t>test.json</a:t>
            </a:r>
            <a:r>
              <a:rPr lang="en-US" sz="2600" b="0" i="0" u="none" strike="noStrike" cap="none" dirty="0">
                <a:solidFill>
                  <a:srgbClr val="000000"/>
                </a:solidFill>
                <a:latin typeface="Calibri"/>
                <a:ea typeface="Calibri"/>
                <a:cs typeface="Calibri"/>
                <a:sym typeface="Calibri"/>
              </a:rPr>
              <a:t>, </a:t>
            </a:r>
            <a:r>
              <a:rPr lang="en-US" sz="2600" b="0" i="0" u="none" strike="noStrike" cap="none" dirty="0" err="1">
                <a:solidFill>
                  <a:srgbClr val="000000"/>
                </a:solidFill>
                <a:latin typeface="Calibri"/>
                <a:ea typeface="Calibri"/>
                <a:cs typeface="Calibri"/>
                <a:sym typeface="Calibri"/>
              </a:rPr>
              <a:t>new_test.json</a:t>
            </a:r>
            <a:r>
              <a:rPr lang="en-US" sz="2600" b="0" i="0" u="none" strike="noStrike" cap="none" dirty="0">
                <a:solidFill>
                  <a:srgbClr val="000000"/>
                </a:solidFill>
                <a:latin typeface="Calibri"/>
                <a:ea typeface="Calibri"/>
                <a:cs typeface="Calibri"/>
                <a:sym typeface="Calibri"/>
              </a:rPr>
              <a:t>, </a:t>
            </a:r>
            <a:r>
              <a:rPr lang="en-US" sz="2600" b="0" i="0" u="none" strike="noStrike" cap="none" dirty="0" err="1">
                <a:solidFill>
                  <a:srgbClr val="000000"/>
                </a:solidFill>
                <a:latin typeface="Calibri"/>
                <a:ea typeface="Calibri"/>
                <a:cs typeface="Calibri"/>
                <a:sym typeface="Calibri"/>
              </a:rPr>
              <a:t>object.json</a:t>
            </a:r>
            <a:r>
              <a:rPr lang="en-US" sz="2600" b="0" i="0" u="none" strike="noStrike" cap="none" dirty="0">
                <a:solidFill>
                  <a:srgbClr val="000000"/>
                </a:solidFill>
                <a:latin typeface="Calibri"/>
                <a:ea typeface="Calibri"/>
                <a:cs typeface="Calibri"/>
                <a:sym typeface="Calibri"/>
              </a:rPr>
              <a:t>, </a:t>
            </a:r>
            <a:r>
              <a:rPr lang="en-US" sz="2600" b="0" i="0" u="none" strike="noStrike" cap="none" dirty="0" err="1">
                <a:solidFill>
                  <a:srgbClr val="000000"/>
                </a:solidFill>
                <a:latin typeface="Calibri"/>
                <a:ea typeface="Calibri"/>
                <a:cs typeface="Calibri"/>
                <a:sym typeface="Calibri"/>
              </a:rPr>
              <a:t>evaluator.py</a:t>
            </a:r>
            <a:r>
              <a:rPr lang="en-US" sz="2600" b="0" i="0" u="none" strike="noStrike" cap="none" dirty="0">
                <a:solidFill>
                  <a:srgbClr val="000000"/>
                </a:solidFill>
                <a:latin typeface="Calibri"/>
                <a:ea typeface="Calibri"/>
                <a:cs typeface="Calibri"/>
                <a:sym typeface="Calibri"/>
              </a:rPr>
              <a:t>, and </a:t>
            </a:r>
            <a:r>
              <a:rPr lang="en-US" sz="2600" b="0" i="0" u="none" strike="noStrike" cap="none" dirty="0" err="1">
                <a:solidFill>
                  <a:srgbClr val="000000"/>
                </a:solidFill>
                <a:latin typeface="Calibri"/>
                <a:ea typeface="Calibri"/>
                <a:cs typeface="Calibri"/>
                <a:sym typeface="Calibri"/>
              </a:rPr>
              <a:t>checkpoint.pth</a:t>
            </a:r>
            <a:r>
              <a:rPr lang="en-US" sz="2600" b="0" i="0" u="none" strike="noStrike" cap="none" dirty="0">
                <a:solidFill>
                  <a:srgbClr val="000000"/>
                </a:solidFill>
                <a:latin typeface="Calibri"/>
                <a:ea typeface="Calibri"/>
                <a:cs typeface="Calibri"/>
                <a:sym typeface="Calibri"/>
              </a:rPr>
              <a:t>. All the details of the dataset are in the </a:t>
            </a:r>
            <a:r>
              <a:rPr lang="en-US" sz="2600" b="0" i="0" u="none" strike="noStrike" cap="none" dirty="0" err="1">
                <a:solidFill>
                  <a:srgbClr val="000000"/>
                </a:solidFill>
                <a:latin typeface="Calibri"/>
                <a:ea typeface="Calibri"/>
                <a:cs typeface="Calibri"/>
                <a:sym typeface="Calibri"/>
              </a:rPr>
              <a:t>readme.txt</a:t>
            </a:r>
            <a:r>
              <a:rPr lang="en-US" sz="2600" b="0" i="0" u="none" strike="noStrike" cap="none" dirty="0">
                <a:solidFill>
                  <a:srgbClr val="000000"/>
                </a:solidFill>
                <a:latin typeface="Calibri"/>
                <a:ea typeface="Calibri"/>
                <a:cs typeface="Calibri"/>
                <a:sym typeface="Calibri"/>
              </a:rPr>
              <a:t>. </a:t>
            </a:r>
            <a:endParaRPr sz="18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5"/>
          <p:cNvSpPr/>
          <p:nvPr/>
        </p:nvSpPr>
        <p:spPr>
          <a:xfrm>
            <a:off x="1219320" y="274680"/>
            <a:ext cx="10361880" cy="1141560"/>
          </a:xfrm>
          <a:prstGeom prst="rect">
            <a:avLst/>
          </a:prstGeom>
          <a:noFill/>
          <a:ln>
            <a:noFill/>
          </a:ln>
        </p:spPr>
        <p:txBody>
          <a:bodyPr spcFirstLastPara="1" wrap="square" lIns="90000" tIns="45000" rIns="90000" bIns="91425" anchor="b" anchorCtr="0">
            <a:no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rgbClr val="0070C0"/>
                </a:solidFill>
                <a:latin typeface="Calibri"/>
                <a:ea typeface="Calibri"/>
                <a:cs typeface="Calibri"/>
                <a:sym typeface="Calibri"/>
              </a:rPr>
              <a:t>Requirements</a:t>
            </a:r>
            <a:endParaRPr sz="1800" b="0" i="0" u="none" strike="noStrike" cap="none">
              <a:solidFill>
                <a:srgbClr val="000000"/>
              </a:solidFill>
              <a:latin typeface="Arial"/>
              <a:ea typeface="Arial"/>
              <a:cs typeface="Arial"/>
              <a:sym typeface="Arial"/>
            </a:endParaRPr>
          </a:p>
        </p:txBody>
      </p:sp>
      <p:sp>
        <p:nvSpPr>
          <p:cNvPr id="161" name="Google Shape;161;p5"/>
          <p:cNvSpPr/>
          <p:nvPr/>
        </p:nvSpPr>
        <p:spPr>
          <a:xfrm>
            <a:off x="1219257" y="1416255"/>
            <a:ext cx="10362000" cy="4600800"/>
          </a:xfrm>
          <a:prstGeom prst="rect">
            <a:avLst/>
          </a:prstGeom>
          <a:noFill/>
          <a:ln>
            <a:noFill/>
          </a:ln>
        </p:spPr>
        <p:txBody>
          <a:bodyPr spcFirstLastPara="1" wrap="square" lIns="90000" tIns="45000" rIns="90000" bIns="45000" anchor="t" anchorCtr="0">
            <a:noAutofit/>
          </a:bodyPr>
          <a:lstStyle/>
          <a:p>
            <a:pPr marL="457200" marR="0" lvl="0" indent="-406400" algn="l" rtl="0">
              <a:lnSpc>
                <a:spcPct val="115000"/>
              </a:lnSpc>
              <a:spcBef>
                <a:spcPts val="0"/>
              </a:spcBef>
              <a:spcAft>
                <a:spcPts val="0"/>
              </a:spcAft>
              <a:buClr>
                <a:srgbClr val="D34817"/>
              </a:buClr>
              <a:buSzPts val="2800"/>
              <a:buFont typeface="Calibri"/>
              <a:buChar char="●"/>
            </a:pPr>
            <a:r>
              <a:rPr lang="en-US" sz="2800" b="0" i="0" u="none" strike="noStrike" cap="none" dirty="0">
                <a:solidFill>
                  <a:srgbClr val="000000"/>
                </a:solidFill>
                <a:latin typeface="Calibri"/>
                <a:ea typeface="Calibri"/>
                <a:cs typeface="Calibri"/>
                <a:sym typeface="Calibri"/>
              </a:rPr>
              <a:t>Design and train your models</a:t>
            </a:r>
            <a:endParaRPr sz="2800" b="0" i="0" u="none" strike="noStrike" cap="none" dirty="0">
              <a:solidFill>
                <a:srgbClr val="000000"/>
              </a:solidFill>
              <a:latin typeface="Calibri"/>
              <a:ea typeface="Calibri"/>
              <a:cs typeface="Calibri"/>
              <a:sym typeface="Calibri"/>
            </a:endParaRPr>
          </a:p>
          <a:p>
            <a:pPr marL="914400" marR="0" lvl="1" indent="-381000" algn="l" rtl="0">
              <a:lnSpc>
                <a:spcPct val="115000"/>
              </a:lnSpc>
              <a:spcBef>
                <a:spcPts val="0"/>
              </a:spcBef>
              <a:spcAft>
                <a:spcPts val="0"/>
              </a:spcAft>
              <a:buClr>
                <a:srgbClr val="000000"/>
              </a:buClr>
              <a:buSzPts val="2400"/>
              <a:buFont typeface="Calibri"/>
              <a:buChar char="○"/>
            </a:pPr>
            <a:r>
              <a:rPr lang="en-US" sz="2400" b="0" i="0" u="none" strike="noStrike" cap="none" dirty="0">
                <a:solidFill>
                  <a:srgbClr val="000000"/>
                </a:solidFill>
                <a:latin typeface="Calibri"/>
                <a:ea typeface="Calibri"/>
                <a:cs typeface="Calibri"/>
                <a:sym typeface="Calibri"/>
              </a:rPr>
              <a:t>Implement a conditional DDPM</a:t>
            </a:r>
            <a:endParaRPr sz="2400" b="0" i="0" u="none" strike="noStrike" cap="none" dirty="0">
              <a:solidFill>
                <a:srgbClr val="000000"/>
              </a:solidFill>
              <a:latin typeface="Calibri"/>
              <a:ea typeface="Calibri"/>
              <a:cs typeface="Calibri"/>
              <a:sym typeface="Calibri"/>
            </a:endParaRPr>
          </a:p>
          <a:p>
            <a:pPr marL="914400" marR="0" lvl="1" indent="-381000" algn="l" rtl="0">
              <a:lnSpc>
                <a:spcPct val="115000"/>
              </a:lnSpc>
              <a:spcBef>
                <a:spcPts val="0"/>
              </a:spcBef>
              <a:spcAft>
                <a:spcPts val="0"/>
              </a:spcAft>
              <a:buClr>
                <a:srgbClr val="000000"/>
              </a:buClr>
              <a:buSzPts val="2400"/>
              <a:buFont typeface="Calibri"/>
              <a:buChar char="○"/>
            </a:pPr>
            <a:r>
              <a:rPr lang="en-US" sz="2400" b="0" i="0" u="none" strike="noStrike" cap="none" dirty="0">
                <a:solidFill>
                  <a:srgbClr val="000000"/>
                </a:solidFill>
                <a:latin typeface="Calibri"/>
                <a:ea typeface="Calibri"/>
                <a:cs typeface="Calibri"/>
                <a:sym typeface="Calibri"/>
              </a:rPr>
              <a:t>You can use </a:t>
            </a:r>
            <a:r>
              <a:rPr lang="en-US" sz="2400" b="0" i="0" u="none" strike="noStrike" cap="none" dirty="0">
                <a:solidFill>
                  <a:srgbClr val="FF0000"/>
                </a:solidFill>
                <a:latin typeface="Calibri"/>
                <a:ea typeface="Calibri"/>
                <a:cs typeface="Calibri"/>
                <a:sym typeface="Calibri"/>
              </a:rPr>
              <a:t>any architecture you like</a:t>
            </a:r>
            <a:endParaRPr sz="2400" b="0" i="0" u="none" strike="noStrike" cap="none" dirty="0">
              <a:solidFill>
                <a:srgbClr val="FF0000"/>
              </a:solidFill>
              <a:latin typeface="Calibri"/>
              <a:ea typeface="Calibri"/>
              <a:cs typeface="Calibri"/>
              <a:sym typeface="Calibri"/>
            </a:endParaRPr>
          </a:p>
          <a:p>
            <a:pPr marL="914400" marR="0" lvl="0" indent="0" algn="l" rtl="0">
              <a:lnSpc>
                <a:spcPct val="115000"/>
              </a:lnSpc>
              <a:spcBef>
                <a:spcPts val="0"/>
              </a:spcBef>
              <a:spcAft>
                <a:spcPts val="0"/>
              </a:spcAft>
              <a:buClr>
                <a:srgbClr val="000000"/>
              </a:buClr>
              <a:buSzPts val="2400"/>
              <a:buFont typeface="Arial"/>
              <a:buNone/>
            </a:pPr>
            <a:r>
              <a:rPr lang="en-US" sz="2400" b="0" i="0" u="none" strike="noStrike" cap="none" dirty="0">
                <a:solidFill>
                  <a:schemeClr val="dk1"/>
                </a:solidFill>
                <a:latin typeface="Calibri"/>
                <a:ea typeface="Calibri"/>
                <a:cs typeface="Calibri"/>
                <a:sym typeface="Calibri"/>
              </a:rPr>
              <a:t>(</a:t>
            </a:r>
            <a:r>
              <a:rPr lang="en-US" sz="2400" b="0" i="0" u="none" strike="noStrike" cap="none" dirty="0">
                <a:solidFill>
                  <a:schemeClr val="dk1"/>
                </a:solidFill>
                <a:latin typeface="Times New Roman"/>
                <a:ea typeface="Times New Roman"/>
                <a:cs typeface="Times New Roman"/>
                <a:sym typeface="Times New Roman"/>
              </a:rPr>
              <a:t>Feel free to use any library that helps your work, but you need to mention the implementation details and include the reference in your report)</a:t>
            </a:r>
            <a:endParaRPr sz="2400" b="0" i="0" u="none" strike="noStrike" cap="none" dirty="0">
              <a:solidFill>
                <a:schemeClr val="dk1"/>
              </a:solidFill>
              <a:latin typeface="Calibri"/>
              <a:ea typeface="Calibri"/>
              <a:cs typeface="Calibri"/>
              <a:sym typeface="Calibri"/>
            </a:endParaRPr>
          </a:p>
          <a:p>
            <a:pPr marL="457200" marR="0" lvl="0" indent="-406400" algn="l" rtl="0">
              <a:lnSpc>
                <a:spcPct val="115000"/>
              </a:lnSpc>
              <a:spcBef>
                <a:spcPts val="0"/>
              </a:spcBef>
              <a:spcAft>
                <a:spcPts val="0"/>
              </a:spcAft>
              <a:buClr>
                <a:srgbClr val="D34817"/>
              </a:buClr>
              <a:buSzPts val="2800"/>
              <a:buFont typeface="Calibri"/>
              <a:buChar char="●"/>
            </a:pPr>
            <a:r>
              <a:rPr lang="en-US" sz="2800" b="0" i="0" u="none" strike="noStrike" cap="none" dirty="0">
                <a:solidFill>
                  <a:srgbClr val="000000"/>
                </a:solidFill>
                <a:latin typeface="Calibri"/>
                <a:ea typeface="Calibri"/>
                <a:cs typeface="Calibri"/>
                <a:sym typeface="Calibri"/>
              </a:rPr>
              <a:t>Synthesis image and evaluate the results</a:t>
            </a:r>
            <a:endParaRPr sz="2800" b="0" i="0" u="none" strike="noStrike" cap="none" dirty="0">
              <a:solidFill>
                <a:srgbClr val="000000"/>
              </a:solidFill>
              <a:latin typeface="Calibri"/>
              <a:ea typeface="Calibri"/>
              <a:cs typeface="Calibri"/>
              <a:sym typeface="Calibri"/>
            </a:endParaRPr>
          </a:p>
          <a:p>
            <a:pPr marL="914400" marR="0" lvl="1" indent="-381000" algn="l" rtl="0">
              <a:lnSpc>
                <a:spcPct val="115000"/>
              </a:lnSpc>
              <a:spcBef>
                <a:spcPts val="0"/>
              </a:spcBef>
              <a:spcAft>
                <a:spcPts val="0"/>
              </a:spcAft>
              <a:buClr>
                <a:srgbClr val="000000"/>
              </a:buClr>
              <a:buSzPts val="2400"/>
              <a:buFont typeface="Calibri"/>
              <a:buChar char="○"/>
            </a:pPr>
            <a:r>
              <a:rPr lang="en-US" sz="2400" b="0" i="0" u="none" strike="noStrike" cap="none" dirty="0">
                <a:solidFill>
                  <a:srgbClr val="000000"/>
                </a:solidFill>
                <a:latin typeface="Calibri"/>
                <a:ea typeface="Calibri"/>
                <a:cs typeface="Calibri"/>
                <a:sym typeface="Calibri"/>
              </a:rPr>
              <a:t>Show the synthetic images in grids </a:t>
            </a:r>
            <a:r>
              <a:rPr lang="en-US" sz="2400" b="0" i="0" u="none" strike="noStrike" cap="none" dirty="0">
                <a:solidFill>
                  <a:srgbClr val="FF0000"/>
                </a:solidFill>
                <a:latin typeface="Calibri"/>
                <a:ea typeface="Calibri"/>
                <a:cs typeface="Calibri"/>
                <a:sym typeface="Calibri"/>
              </a:rPr>
              <a:t>(for </a:t>
            </a:r>
            <a:r>
              <a:rPr lang="en-US" sz="2400" b="0" i="0" u="none" strike="noStrike" cap="none" dirty="0" err="1">
                <a:solidFill>
                  <a:srgbClr val="FF0000"/>
                </a:solidFill>
                <a:latin typeface="Calibri"/>
                <a:ea typeface="Calibri"/>
                <a:cs typeface="Calibri"/>
                <a:sym typeface="Calibri"/>
              </a:rPr>
              <a:t>test.json</a:t>
            </a:r>
            <a:r>
              <a:rPr lang="en-US" sz="2400" b="0" i="0" u="none" strike="noStrike" cap="none" dirty="0">
                <a:solidFill>
                  <a:srgbClr val="FF0000"/>
                </a:solidFill>
                <a:latin typeface="Calibri"/>
                <a:ea typeface="Calibri"/>
                <a:cs typeface="Calibri"/>
                <a:sym typeface="Calibri"/>
              </a:rPr>
              <a:t>, </a:t>
            </a:r>
            <a:r>
              <a:rPr lang="en-US" sz="2400" b="0" i="0" u="none" strike="noStrike" cap="none" dirty="0" err="1">
                <a:solidFill>
                  <a:srgbClr val="FF0000"/>
                </a:solidFill>
                <a:latin typeface="Calibri"/>
                <a:ea typeface="Calibri"/>
                <a:cs typeface="Calibri"/>
                <a:sym typeface="Calibri"/>
              </a:rPr>
              <a:t>new_test.json</a:t>
            </a:r>
            <a:r>
              <a:rPr lang="en-US" sz="2400" b="0" i="0" u="none" strike="noStrike" cap="none" dirty="0">
                <a:solidFill>
                  <a:srgbClr val="FF0000"/>
                </a:solidFill>
                <a:latin typeface="Calibri"/>
                <a:ea typeface="Calibri"/>
                <a:cs typeface="Calibri"/>
                <a:sym typeface="Calibri"/>
              </a:rPr>
              <a:t>)</a:t>
            </a:r>
            <a:endParaRPr sz="2400" b="0" i="0" u="none" strike="noStrike" cap="none" dirty="0">
              <a:solidFill>
                <a:srgbClr val="FF0000"/>
              </a:solidFill>
              <a:latin typeface="Calibri"/>
              <a:ea typeface="Calibri"/>
              <a:cs typeface="Calibri"/>
              <a:sym typeface="Calibri"/>
            </a:endParaRPr>
          </a:p>
          <a:p>
            <a:pPr marL="914400" marR="0" lvl="1" indent="-381000" algn="l" rtl="0">
              <a:lnSpc>
                <a:spcPct val="115000"/>
              </a:lnSpc>
              <a:spcBef>
                <a:spcPts val="0"/>
              </a:spcBef>
              <a:spcAft>
                <a:spcPts val="0"/>
              </a:spcAft>
              <a:buClr>
                <a:srgbClr val="000000"/>
              </a:buClr>
              <a:buSzPts val="2400"/>
              <a:buFont typeface="Calibri"/>
              <a:buChar char="○"/>
            </a:pPr>
            <a:r>
              <a:rPr lang="en-US" sz="2400" b="0" i="0" u="none" strike="noStrike" cap="none" dirty="0">
                <a:solidFill>
                  <a:srgbClr val="000000"/>
                </a:solidFill>
                <a:latin typeface="Calibri"/>
                <a:ea typeface="Calibri"/>
                <a:cs typeface="Calibri"/>
                <a:sym typeface="Calibri"/>
              </a:rPr>
              <a:t>Show the denoising process in a grid for sampling from your DDPM </a:t>
            </a:r>
            <a:endParaRPr sz="2400" b="0" i="0" u="none" strike="noStrike" cap="none" dirty="0">
              <a:solidFill>
                <a:srgbClr val="000000"/>
              </a:solidFill>
              <a:latin typeface="Calibri"/>
              <a:ea typeface="Calibri"/>
              <a:cs typeface="Calibri"/>
              <a:sym typeface="Calibri"/>
            </a:endParaRPr>
          </a:p>
          <a:p>
            <a:pPr marL="914400" marR="0" lvl="0" indent="0" algn="l" rtl="0">
              <a:lnSpc>
                <a:spcPct val="115000"/>
              </a:lnSpc>
              <a:spcBef>
                <a:spcPts val="0"/>
              </a:spcBef>
              <a:spcAft>
                <a:spcPts val="0"/>
              </a:spcAft>
              <a:buClr>
                <a:srgbClr val="000000"/>
              </a:buClr>
              <a:buSzPts val="2400"/>
              <a:buFont typeface="Arial"/>
              <a:buNone/>
            </a:pPr>
            <a:r>
              <a:rPr lang="en-US" sz="2400" b="0" i="0" u="none" strike="noStrike" cap="none" dirty="0">
                <a:solidFill>
                  <a:srgbClr val="FF0000"/>
                </a:solidFill>
                <a:latin typeface="Calibri"/>
                <a:ea typeface="Calibri"/>
                <a:cs typeface="Calibri"/>
                <a:sym typeface="Calibri"/>
              </a:rPr>
              <a:t>(with the label set ["red sphere", "cyan cylinder", "cyan cube"])</a:t>
            </a:r>
            <a:endParaRPr sz="2400" b="0" i="0" u="none" strike="noStrike" cap="none" dirty="0">
              <a:solidFill>
                <a:srgbClr val="FF0000"/>
              </a:solidFill>
              <a:latin typeface="Calibri"/>
              <a:ea typeface="Calibri"/>
              <a:cs typeface="Calibri"/>
              <a:sym typeface="Calibri"/>
            </a:endParaRPr>
          </a:p>
          <a:p>
            <a:pPr marL="914400" marR="0" lvl="1" indent="-381000" algn="l" rtl="0">
              <a:lnSpc>
                <a:spcPct val="115000"/>
              </a:lnSpc>
              <a:spcBef>
                <a:spcPts val="0"/>
              </a:spcBef>
              <a:spcAft>
                <a:spcPts val="0"/>
              </a:spcAft>
              <a:buClr>
                <a:srgbClr val="000000"/>
              </a:buClr>
              <a:buSzPts val="2400"/>
              <a:buFont typeface="Calibri"/>
              <a:buChar char="○"/>
            </a:pPr>
            <a:r>
              <a:rPr lang="en-US" sz="2400" b="0" i="0" u="none" strike="noStrike" cap="none" dirty="0">
                <a:solidFill>
                  <a:srgbClr val="000000"/>
                </a:solidFill>
                <a:latin typeface="Calibri"/>
                <a:ea typeface="Calibri"/>
                <a:cs typeface="Calibri"/>
                <a:sym typeface="Calibri"/>
              </a:rPr>
              <a:t>Evaluate your model with the classification accuracies from the provided evaluator </a:t>
            </a:r>
            <a:r>
              <a:rPr lang="en-US" sz="2400" b="0" i="0" u="none" strike="noStrike" cap="none" dirty="0">
                <a:solidFill>
                  <a:srgbClr val="FF0000"/>
                </a:solidFill>
                <a:latin typeface="Calibri"/>
                <a:ea typeface="Calibri"/>
                <a:cs typeface="Calibri"/>
                <a:sym typeface="Calibri"/>
              </a:rPr>
              <a:t>(for </a:t>
            </a:r>
            <a:r>
              <a:rPr lang="en-US" sz="2400" b="0" i="0" u="none" strike="noStrike" cap="none" dirty="0" err="1">
                <a:solidFill>
                  <a:srgbClr val="FF0000"/>
                </a:solidFill>
                <a:latin typeface="Calibri"/>
                <a:ea typeface="Calibri"/>
                <a:cs typeface="Calibri"/>
                <a:sym typeface="Calibri"/>
              </a:rPr>
              <a:t>test.json</a:t>
            </a:r>
            <a:r>
              <a:rPr lang="en-US" sz="2400" b="0" i="0" u="none" strike="noStrike" cap="none" dirty="0">
                <a:solidFill>
                  <a:srgbClr val="FF0000"/>
                </a:solidFill>
                <a:latin typeface="Calibri"/>
                <a:ea typeface="Calibri"/>
                <a:cs typeface="Calibri"/>
                <a:sym typeface="Calibri"/>
              </a:rPr>
              <a:t>, </a:t>
            </a:r>
            <a:r>
              <a:rPr lang="en-US" sz="2400" b="0" i="0" u="none" strike="noStrike" cap="none" dirty="0" err="1">
                <a:solidFill>
                  <a:srgbClr val="FF0000"/>
                </a:solidFill>
                <a:latin typeface="Calibri"/>
                <a:ea typeface="Calibri"/>
                <a:cs typeface="Calibri"/>
                <a:sym typeface="Calibri"/>
              </a:rPr>
              <a:t>new_test.json</a:t>
            </a:r>
            <a:r>
              <a:rPr lang="en-US" sz="2400" b="0" i="0" u="none" strike="noStrike" cap="none" dirty="0">
                <a:solidFill>
                  <a:srgbClr val="FF0000"/>
                </a:solidFill>
                <a:latin typeface="Calibri"/>
                <a:ea typeface="Calibri"/>
                <a:cs typeface="Calibri"/>
                <a:sym typeface="Calibri"/>
              </a:rPr>
              <a:t>)</a:t>
            </a:r>
            <a:endParaRPr sz="2400" b="0" i="0" u="none" strike="noStrike" cap="none" dirty="0">
              <a:solidFill>
                <a:srgbClr val="FF0000"/>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g34df1959d47_0_13"/>
          <p:cNvSpPr/>
          <p:nvPr/>
        </p:nvSpPr>
        <p:spPr>
          <a:xfrm>
            <a:off x="1219320" y="274680"/>
            <a:ext cx="10362000" cy="1141500"/>
          </a:xfrm>
          <a:prstGeom prst="rect">
            <a:avLst/>
          </a:prstGeom>
          <a:noFill/>
          <a:ln>
            <a:noFill/>
          </a:ln>
        </p:spPr>
        <p:txBody>
          <a:bodyPr spcFirstLastPara="1" wrap="square" lIns="90000" tIns="45000" rIns="90000" bIns="91425" anchor="b" anchorCtr="0">
            <a:no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rgbClr val="0070C0"/>
                </a:solidFill>
                <a:latin typeface="Calibri"/>
                <a:ea typeface="Calibri"/>
                <a:cs typeface="Calibri"/>
                <a:sym typeface="Calibri"/>
              </a:rPr>
              <a:t>Requirements</a:t>
            </a:r>
            <a:endParaRPr sz="1800" b="0" i="0" u="none" strike="noStrike" cap="none">
              <a:solidFill>
                <a:srgbClr val="000000"/>
              </a:solidFill>
              <a:latin typeface="Arial"/>
              <a:ea typeface="Arial"/>
              <a:cs typeface="Arial"/>
              <a:sym typeface="Arial"/>
            </a:endParaRPr>
          </a:p>
        </p:txBody>
      </p:sp>
      <p:pic>
        <p:nvPicPr>
          <p:cNvPr id="167" name="Google Shape;167;g34df1959d47_0_13"/>
          <p:cNvPicPr preferRelativeResize="0"/>
          <p:nvPr/>
        </p:nvPicPr>
        <p:blipFill rotWithShape="1">
          <a:blip r:embed="rId3">
            <a:alphaModFix/>
          </a:blip>
          <a:srcRect/>
          <a:stretch/>
        </p:blipFill>
        <p:spPr>
          <a:xfrm>
            <a:off x="1506750" y="4336755"/>
            <a:ext cx="8877300" cy="885825"/>
          </a:xfrm>
          <a:prstGeom prst="rect">
            <a:avLst/>
          </a:prstGeom>
          <a:noFill/>
          <a:ln>
            <a:noFill/>
          </a:ln>
        </p:spPr>
      </p:pic>
      <p:sp>
        <p:nvSpPr>
          <p:cNvPr id="168" name="Google Shape;168;g34df1959d47_0_13"/>
          <p:cNvSpPr/>
          <p:nvPr/>
        </p:nvSpPr>
        <p:spPr>
          <a:xfrm>
            <a:off x="915007" y="1297155"/>
            <a:ext cx="10362000" cy="4600800"/>
          </a:xfrm>
          <a:prstGeom prst="rect">
            <a:avLst/>
          </a:prstGeom>
          <a:noFill/>
          <a:ln>
            <a:noFill/>
          </a:ln>
        </p:spPr>
        <p:txBody>
          <a:bodyPr spcFirstLastPara="1" wrap="square" lIns="90000" tIns="45000" rIns="90000" bIns="45000" anchor="t" anchorCtr="0">
            <a:noAutofit/>
          </a:bodyPr>
          <a:lstStyle/>
          <a:p>
            <a:pPr marL="457200" marR="0" lvl="0" indent="-406400" algn="l" rtl="0">
              <a:lnSpc>
                <a:spcPct val="115000"/>
              </a:lnSpc>
              <a:spcBef>
                <a:spcPts val="0"/>
              </a:spcBef>
              <a:spcAft>
                <a:spcPts val="0"/>
              </a:spcAft>
              <a:buClr>
                <a:srgbClr val="D34817"/>
              </a:buClr>
              <a:buSzPts val="2800"/>
              <a:buFont typeface="Calibri"/>
              <a:buChar char="●"/>
            </a:pPr>
            <a:r>
              <a:rPr lang="en-US" sz="2400" b="0" i="0" u="none" strike="noStrike" cap="none">
                <a:solidFill>
                  <a:schemeClr val="dk1"/>
                </a:solidFill>
                <a:latin typeface="Calibri"/>
                <a:ea typeface="Calibri"/>
                <a:cs typeface="Calibri"/>
                <a:sym typeface="Calibri"/>
              </a:rPr>
              <a:t>Synthetic images in grids</a:t>
            </a:r>
            <a:endParaRPr sz="2800" b="0" i="0" u="none" strike="noStrike" cap="none">
              <a:solidFill>
                <a:srgbClr val="000000"/>
              </a:solidFill>
              <a:latin typeface="Calibri"/>
              <a:ea typeface="Calibri"/>
              <a:cs typeface="Calibri"/>
              <a:sym typeface="Calibri"/>
            </a:endParaRPr>
          </a:p>
          <a:p>
            <a:pPr marL="0" marR="0" lvl="0" indent="0" algn="l" rtl="0">
              <a:lnSpc>
                <a:spcPct val="115000"/>
              </a:lnSpc>
              <a:spcBef>
                <a:spcPts val="0"/>
              </a:spcBef>
              <a:spcAft>
                <a:spcPts val="0"/>
              </a:spcAft>
              <a:buClr>
                <a:srgbClr val="000000"/>
              </a:buClr>
              <a:buSzPts val="2800"/>
              <a:buFont typeface="Arial"/>
              <a:buNone/>
            </a:pPr>
            <a:endParaRPr sz="2800" b="0" i="0" u="none" strike="noStrike" cap="none">
              <a:solidFill>
                <a:srgbClr val="000000"/>
              </a:solidFill>
              <a:latin typeface="Calibri"/>
              <a:ea typeface="Calibri"/>
              <a:cs typeface="Calibri"/>
              <a:sym typeface="Calibri"/>
            </a:endParaRPr>
          </a:p>
          <a:p>
            <a:pPr marL="0" marR="0" lvl="0" indent="0" algn="l" rtl="0">
              <a:lnSpc>
                <a:spcPct val="115000"/>
              </a:lnSpc>
              <a:spcBef>
                <a:spcPts val="0"/>
              </a:spcBef>
              <a:spcAft>
                <a:spcPts val="0"/>
              </a:spcAft>
              <a:buClr>
                <a:srgbClr val="000000"/>
              </a:buClr>
              <a:buSzPts val="2800"/>
              <a:buFont typeface="Arial"/>
              <a:buNone/>
            </a:pPr>
            <a:endParaRPr sz="2800" b="0" i="0" u="none" strike="noStrike" cap="none">
              <a:solidFill>
                <a:srgbClr val="000000"/>
              </a:solidFill>
              <a:latin typeface="Calibri"/>
              <a:ea typeface="Calibri"/>
              <a:cs typeface="Calibri"/>
              <a:sym typeface="Calibri"/>
            </a:endParaRPr>
          </a:p>
          <a:p>
            <a:pPr marL="0" marR="0" lvl="0" indent="0" algn="l" rtl="0">
              <a:lnSpc>
                <a:spcPct val="115000"/>
              </a:lnSpc>
              <a:spcBef>
                <a:spcPts val="0"/>
              </a:spcBef>
              <a:spcAft>
                <a:spcPts val="0"/>
              </a:spcAft>
              <a:buClr>
                <a:srgbClr val="000000"/>
              </a:buClr>
              <a:buSzPts val="2800"/>
              <a:buFont typeface="Arial"/>
              <a:buNone/>
            </a:pPr>
            <a:endParaRPr sz="2800" b="0" i="0" u="none" strike="noStrike" cap="none">
              <a:solidFill>
                <a:srgbClr val="000000"/>
              </a:solidFill>
              <a:latin typeface="Calibri"/>
              <a:ea typeface="Calibri"/>
              <a:cs typeface="Calibri"/>
              <a:sym typeface="Calibri"/>
            </a:endParaRPr>
          </a:p>
          <a:p>
            <a:pPr marL="914400" marR="0" lvl="0" indent="0" algn="l" rtl="0">
              <a:lnSpc>
                <a:spcPct val="115000"/>
              </a:lnSpc>
              <a:spcBef>
                <a:spcPts val="0"/>
              </a:spcBef>
              <a:spcAft>
                <a:spcPts val="0"/>
              </a:spcAft>
              <a:buClr>
                <a:srgbClr val="000000"/>
              </a:buClr>
              <a:buSzPts val="2400"/>
              <a:buFont typeface="Arial"/>
              <a:buNone/>
            </a:pPr>
            <a:endParaRPr sz="2400" b="0" i="0" u="none" strike="noStrike" cap="none">
              <a:solidFill>
                <a:srgbClr val="000000"/>
              </a:solidFill>
              <a:latin typeface="Calibri"/>
              <a:ea typeface="Calibri"/>
              <a:cs typeface="Calibri"/>
              <a:sym typeface="Calibri"/>
            </a:endParaRPr>
          </a:p>
          <a:p>
            <a:pPr marL="457200" marR="0" lvl="0" indent="-406400" algn="l" rtl="0">
              <a:lnSpc>
                <a:spcPct val="115000"/>
              </a:lnSpc>
              <a:spcBef>
                <a:spcPts val="0"/>
              </a:spcBef>
              <a:spcAft>
                <a:spcPts val="0"/>
              </a:spcAft>
              <a:buClr>
                <a:srgbClr val="D34817"/>
              </a:buClr>
              <a:buSzPts val="2800"/>
              <a:buFont typeface="Calibri"/>
              <a:buChar char="●"/>
            </a:pPr>
            <a:r>
              <a:rPr lang="en-US" sz="2800" b="0" i="0" u="none" strike="noStrike" cap="none">
                <a:solidFill>
                  <a:srgbClr val="000000"/>
                </a:solidFill>
                <a:latin typeface="Calibri"/>
                <a:ea typeface="Calibri"/>
                <a:cs typeface="Calibri"/>
                <a:sym typeface="Calibri"/>
              </a:rPr>
              <a:t>Denoising process</a:t>
            </a:r>
            <a:endParaRPr sz="2400" b="0" i="0" u="none" strike="noStrike" cap="none">
              <a:solidFill>
                <a:srgbClr val="FF0000"/>
              </a:solidFill>
              <a:latin typeface="Calibri"/>
              <a:ea typeface="Calibri"/>
              <a:cs typeface="Calibri"/>
              <a:sym typeface="Calibri"/>
            </a:endParaRPr>
          </a:p>
        </p:txBody>
      </p:sp>
      <p:pic>
        <p:nvPicPr>
          <p:cNvPr id="169" name="Google Shape;169;g34df1959d47_0_13"/>
          <p:cNvPicPr preferRelativeResize="0"/>
          <p:nvPr/>
        </p:nvPicPr>
        <p:blipFill rotWithShape="1">
          <a:blip r:embed="rId4">
            <a:alphaModFix/>
          </a:blip>
          <a:srcRect/>
          <a:stretch/>
        </p:blipFill>
        <p:spPr>
          <a:xfrm>
            <a:off x="4820125" y="611001"/>
            <a:ext cx="6977775" cy="35322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g271dc8c5e98_0_212"/>
          <p:cNvSpPr/>
          <p:nvPr/>
        </p:nvSpPr>
        <p:spPr>
          <a:xfrm>
            <a:off x="1219320" y="274680"/>
            <a:ext cx="10362000" cy="1141500"/>
          </a:xfrm>
          <a:prstGeom prst="rect">
            <a:avLst/>
          </a:prstGeom>
          <a:noFill/>
          <a:ln>
            <a:noFill/>
          </a:ln>
        </p:spPr>
        <p:txBody>
          <a:bodyPr spcFirstLastPara="1" wrap="square" lIns="90000" tIns="45000" rIns="90000" bIns="91425" anchor="b" anchorCtr="0">
            <a:no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rgbClr val="0070C0"/>
                </a:solidFill>
                <a:latin typeface="Calibri"/>
                <a:ea typeface="Calibri"/>
                <a:cs typeface="Calibri"/>
                <a:sym typeface="Calibri"/>
              </a:rPr>
              <a:t>Dataset</a:t>
            </a:r>
            <a:endParaRPr sz="1800" b="0" i="0" u="none" strike="noStrike" cap="none">
              <a:solidFill>
                <a:srgbClr val="000000"/>
              </a:solidFill>
              <a:latin typeface="Arial"/>
              <a:ea typeface="Arial"/>
              <a:cs typeface="Arial"/>
              <a:sym typeface="Arial"/>
            </a:endParaRPr>
          </a:p>
        </p:txBody>
      </p:sp>
      <p:sp>
        <p:nvSpPr>
          <p:cNvPr id="175" name="Google Shape;175;g271dc8c5e98_0_212"/>
          <p:cNvSpPr/>
          <p:nvPr/>
        </p:nvSpPr>
        <p:spPr>
          <a:xfrm>
            <a:off x="1219325" y="1447926"/>
            <a:ext cx="10362000" cy="3331500"/>
          </a:xfrm>
          <a:prstGeom prst="rect">
            <a:avLst/>
          </a:prstGeom>
          <a:noFill/>
          <a:ln>
            <a:noFill/>
          </a:ln>
        </p:spPr>
        <p:txBody>
          <a:bodyPr spcFirstLastPara="1" wrap="square" lIns="90000" tIns="45000" rIns="90000" bIns="45000" anchor="t" anchorCtr="0">
            <a:noAutofit/>
          </a:bodyPr>
          <a:lstStyle/>
          <a:p>
            <a:pPr marL="457200" marR="0" lvl="0" indent="-381635" algn="l" rtl="0">
              <a:lnSpc>
                <a:spcPct val="115000"/>
              </a:lnSpc>
              <a:spcBef>
                <a:spcPts val="0"/>
              </a:spcBef>
              <a:spcAft>
                <a:spcPts val="0"/>
              </a:spcAft>
              <a:buClr>
                <a:srgbClr val="D34817"/>
              </a:buClr>
              <a:buSzPts val="2410"/>
              <a:buFont typeface="Calibri"/>
              <a:buChar char="●"/>
            </a:pPr>
            <a:r>
              <a:rPr lang="en-US" sz="2410" b="0" i="0" u="none" strike="noStrike" cap="none">
                <a:solidFill>
                  <a:srgbClr val="000000"/>
                </a:solidFill>
                <a:latin typeface="Calibri"/>
                <a:ea typeface="Calibri"/>
                <a:cs typeface="Calibri"/>
                <a:sym typeface="Calibri"/>
              </a:rPr>
              <a:t>Provided files</a:t>
            </a:r>
            <a:endParaRPr sz="1800" b="0" i="0" u="none" strike="noStrike" cap="none">
              <a:solidFill>
                <a:srgbClr val="000000"/>
              </a:solidFill>
              <a:latin typeface="Arial"/>
              <a:ea typeface="Arial"/>
              <a:cs typeface="Arial"/>
              <a:sym typeface="Arial"/>
            </a:endParaRPr>
          </a:p>
          <a:p>
            <a:pPr marL="914400" marR="0" lvl="1" indent="-381635" algn="l" rtl="0">
              <a:lnSpc>
                <a:spcPct val="115000"/>
              </a:lnSpc>
              <a:spcBef>
                <a:spcPts val="0"/>
              </a:spcBef>
              <a:spcAft>
                <a:spcPts val="0"/>
              </a:spcAft>
              <a:buClr>
                <a:schemeClr val="dk1"/>
              </a:buClr>
              <a:buSzPts val="2410"/>
              <a:buFont typeface="Calibri"/>
              <a:buChar char="○"/>
            </a:pPr>
            <a:r>
              <a:rPr lang="en-US" sz="2220" b="0" i="0" u="none" strike="noStrike" cap="none">
                <a:solidFill>
                  <a:srgbClr val="000000"/>
                </a:solidFill>
                <a:latin typeface="Calibri"/>
                <a:ea typeface="Calibri"/>
                <a:cs typeface="Calibri"/>
                <a:sym typeface="Calibri"/>
              </a:rPr>
              <a:t>readme.txt, train.json, test.json, new_</a:t>
            </a:r>
            <a:r>
              <a:rPr lang="en-US" sz="2220" b="0" i="0" u="none" strike="noStrike" cap="none">
                <a:solidFill>
                  <a:schemeClr val="dk1"/>
                </a:solidFill>
                <a:latin typeface="Calibri"/>
                <a:ea typeface="Calibri"/>
                <a:cs typeface="Calibri"/>
                <a:sym typeface="Calibri"/>
              </a:rPr>
              <a:t>test.json, </a:t>
            </a:r>
            <a:r>
              <a:rPr lang="en-US" sz="2220" b="0" i="0" u="none" strike="noStrike" cap="none">
                <a:solidFill>
                  <a:srgbClr val="000000"/>
                </a:solidFill>
                <a:latin typeface="Calibri"/>
                <a:ea typeface="Calibri"/>
                <a:cs typeface="Calibri"/>
                <a:sym typeface="Calibri"/>
              </a:rPr>
              <a:t>object.json, iclevr.zip</a:t>
            </a:r>
            <a:endParaRPr sz="1400" b="0" i="0" u="none" strike="noStrike" cap="none">
              <a:solidFill>
                <a:srgbClr val="000000"/>
              </a:solidFill>
              <a:latin typeface="Arial"/>
              <a:ea typeface="Arial"/>
              <a:cs typeface="Arial"/>
              <a:sym typeface="Arial"/>
            </a:endParaRPr>
          </a:p>
          <a:p>
            <a:pPr marL="457200" marR="0" lvl="0" indent="-381635" algn="l" rtl="0">
              <a:lnSpc>
                <a:spcPct val="115000"/>
              </a:lnSpc>
              <a:spcBef>
                <a:spcPts val="0"/>
              </a:spcBef>
              <a:spcAft>
                <a:spcPts val="0"/>
              </a:spcAft>
              <a:buClr>
                <a:srgbClr val="D34817"/>
              </a:buClr>
              <a:buSzPts val="2410"/>
              <a:buFont typeface="Calibri"/>
              <a:buChar char="●"/>
            </a:pPr>
            <a:r>
              <a:rPr lang="en-US" sz="2410" b="0" i="0" u="none" strike="noStrike" cap="none">
                <a:solidFill>
                  <a:srgbClr val="000000"/>
                </a:solidFill>
                <a:latin typeface="Calibri"/>
                <a:ea typeface="Calibri"/>
                <a:cs typeface="Calibri"/>
                <a:sym typeface="Calibri"/>
              </a:rPr>
              <a:t>object.json</a:t>
            </a:r>
            <a:endParaRPr sz="2410" b="0" i="0" u="none" strike="noStrike" cap="none">
              <a:solidFill>
                <a:srgbClr val="000000"/>
              </a:solidFill>
              <a:latin typeface="Calibri"/>
              <a:ea typeface="Calibri"/>
              <a:cs typeface="Calibri"/>
              <a:sym typeface="Calibri"/>
            </a:endParaRPr>
          </a:p>
          <a:p>
            <a:pPr marL="914400" marR="0" lvl="1" indent="-381635" algn="l" rtl="0">
              <a:lnSpc>
                <a:spcPct val="115000"/>
              </a:lnSpc>
              <a:spcBef>
                <a:spcPts val="0"/>
              </a:spcBef>
              <a:spcAft>
                <a:spcPts val="0"/>
              </a:spcAft>
              <a:buClr>
                <a:schemeClr val="dk1"/>
              </a:buClr>
              <a:buSzPts val="2410"/>
              <a:buFont typeface="Calibri"/>
              <a:buChar char="○"/>
            </a:pPr>
            <a:r>
              <a:rPr lang="en-US" sz="2220" b="0" i="0" u="none" strike="noStrike" cap="none">
                <a:solidFill>
                  <a:schemeClr val="dk1"/>
                </a:solidFill>
                <a:latin typeface="Calibri"/>
                <a:ea typeface="Calibri"/>
                <a:cs typeface="Calibri"/>
                <a:sym typeface="Calibri"/>
              </a:rPr>
              <a:t>Dictionary of objects</a:t>
            </a:r>
            <a:endParaRPr sz="1800" b="0" i="0" u="none" strike="noStrike" cap="none">
              <a:solidFill>
                <a:schemeClr val="dk1"/>
              </a:solidFill>
              <a:latin typeface="Arial"/>
              <a:ea typeface="Arial"/>
              <a:cs typeface="Arial"/>
              <a:sym typeface="Arial"/>
            </a:endParaRPr>
          </a:p>
          <a:p>
            <a:pPr marL="914400" marR="0" lvl="1" indent="-381635" algn="l" rtl="0">
              <a:lnSpc>
                <a:spcPct val="115000"/>
              </a:lnSpc>
              <a:spcBef>
                <a:spcPts val="0"/>
              </a:spcBef>
              <a:spcAft>
                <a:spcPts val="0"/>
              </a:spcAft>
              <a:buClr>
                <a:schemeClr val="dk1"/>
              </a:buClr>
              <a:buSzPts val="2410"/>
              <a:buFont typeface="Calibri"/>
              <a:buChar char="○"/>
            </a:pPr>
            <a:r>
              <a:rPr lang="en-US" sz="2220" b="0" i="0" u="none" strike="noStrike" cap="none">
                <a:solidFill>
                  <a:schemeClr val="dk1"/>
                </a:solidFill>
                <a:latin typeface="Calibri"/>
                <a:ea typeface="Calibri"/>
                <a:cs typeface="Calibri"/>
                <a:sym typeface="Calibri"/>
              </a:rPr>
              <a:t>24 classes</a:t>
            </a:r>
            <a:endParaRPr sz="2410" b="0" i="0" u="none" strike="noStrike" cap="none">
              <a:solidFill>
                <a:srgbClr val="000000"/>
              </a:solidFill>
              <a:latin typeface="Calibri"/>
              <a:ea typeface="Calibri"/>
              <a:cs typeface="Calibri"/>
              <a:sym typeface="Calibri"/>
            </a:endParaRPr>
          </a:p>
          <a:p>
            <a:pPr marL="457200" marR="0" lvl="0" indent="-393700" algn="l" rtl="0">
              <a:lnSpc>
                <a:spcPct val="115000"/>
              </a:lnSpc>
              <a:spcBef>
                <a:spcPts val="0"/>
              </a:spcBef>
              <a:spcAft>
                <a:spcPts val="0"/>
              </a:spcAft>
              <a:buClr>
                <a:srgbClr val="D34817"/>
              </a:buClr>
              <a:buSzPts val="2600"/>
              <a:buFont typeface="Arial"/>
              <a:buChar char="●"/>
            </a:pPr>
            <a:r>
              <a:rPr lang="en-US" sz="2600" b="0" i="0" u="none" strike="noStrike" cap="none">
                <a:solidFill>
                  <a:schemeClr val="dk1"/>
                </a:solidFill>
                <a:latin typeface="Calibri"/>
                <a:ea typeface="Calibri"/>
                <a:cs typeface="Calibri"/>
                <a:sym typeface="Calibri"/>
              </a:rPr>
              <a:t>Example of labels: </a:t>
            </a:r>
            <a:endParaRPr sz="1800" b="0" i="0" u="none" strike="noStrike" cap="none">
              <a:solidFill>
                <a:schemeClr val="dk1"/>
              </a:solidFill>
              <a:latin typeface="Arial"/>
              <a:ea typeface="Arial"/>
              <a:cs typeface="Arial"/>
              <a:sym typeface="Arial"/>
            </a:endParaRPr>
          </a:p>
          <a:p>
            <a:pPr marL="914400" marR="0" lvl="1" indent="-368300" algn="l" rtl="0">
              <a:lnSpc>
                <a:spcPct val="115000"/>
              </a:lnSpc>
              <a:spcBef>
                <a:spcPts val="0"/>
              </a:spcBef>
              <a:spcAft>
                <a:spcPts val="0"/>
              </a:spcAft>
              <a:buClr>
                <a:schemeClr val="dk1"/>
              </a:buClr>
              <a:buSzPts val="2200"/>
              <a:buFont typeface="Arial"/>
              <a:buChar char="○"/>
            </a:pPr>
            <a:r>
              <a:rPr lang="en-US" sz="2200" b="0" i="0" u="none" strike="noStrike" cap="none">
                <a:solidFill>
                  <a:schemeClr val="dk1"/>
                </a:solidFill>
                <a:latin typeface="Calibri"/>
                <a:ea typeface="Calibri"/>
                <a:cs typeface="Calibri"/>
                <a:sym typeface="Calibri"/>
              </a:rPr>
              <a:t>[“cyan cylinder”, “red cube”], [“green sphere”], …</a:t>
            </a:r>
            <a:endParaRPr sz="2200" b="0" i="0" u="none" strike="noStrike" cap="none">
              <a:solidFill>
                <a:schemeClr val="dk1"/>
              </a:solidFill>
              <a:latin typeface="Calibri"/>
              <a:ea typeface="Calibri"/>
              <a:cs typeface="Calibri"/>
              <a:sym typeface="Calibri"/>
            </a:endParaRPr>
          </a:p>
          <a:p>
            <a:pPr marL="914400" marR="0" lvl="1" indent="-368300" algn="l" rtl="0">
              <a:lnSpc>
                <a:spcPct val="115000"/>
              </a:lnSpc>
              <a:spcBef>
                <a:spcPts val="0"/>
              </a:spcBef>
              <a:spcAft>
                <a:spcPts val="0"/>
              </a:spcAft>
              <a:buClr>
                <a:schemeClr val="dk1"/>
              </a:buClr>
              <a:buSzPts val="2200"/>
              <a:buFont typeface="Calibri"/>
              <a:buChar char="○"/>
            </a:pPr>
            <a:r>
              <a:rPr lang="en-US" sz="2200" b="0" i="0" u="none" strike="noStrike" cap="none">
                <a:solidFill>
                  <a:schemeClr val="dk1"/>
                </a:solidFill>
                <a:latin typeface="Calibri"/>
                <a:ea typeface="Calibri"/>
                <a:cs typeface="Calibri"/>
                <a:sym typeface="Calibri"/>
              </a:rPr>
              <a:t>The same object will not appear twice in an image</a:t>
            </a:r>
            <a:endParaRPr sz="2200" b="0" i="0" u="none" strike="noStrike" cap="none">
              <a:solidFill>
                <a:schemeClr val="dk1"/>
              </a:solidFill>
              <a:latin typeface="Calibri"/>
              <a:ea typeface="Calibri"/>
              <a:cs typeface="Calibri"/>
              <a:sym typeface="Calibri"/>
            </a:endParaRPr>
          </a:p>
        </p:txBody>
      </p:sp>
      <p:pic>
        <p:nvPicPr>
          <p:cNvPr id="176" name="Google Shape;176;g271dc8c5e98_0_212"/>
          <p:cNvPicPr preferRelativeResize="0"/>
          <p:nvPr/>
        </p:nvPicPr>
        <p:blipFill rotWithShape="1">
          <a:blip r:embed="rId3">
            <a:alphaModFix/>
          </a:blip>
          <a:srcRect/>
          <a:stretch/>
        </p:blipFill>
        <p:spPr>
          <a:xfrm>
            <a:off x="9679320" y="5041480"/>
            <a:ext cx="2045160" cy="1533600"/>
          </a:xfrm>
          <a:prstGeom prst="rect">
            <a:avLst/>
          </a:prstGeom>
          <a:noFill/>
          <a:ln>
            <a:noFill/>
          </a:ln>
        </p:spPr>
      </p:pic>
      <p:pic>
        <p:nvPicPr>
          <p:cNvPr id="177" name="Google Shape;177;g271dc8c5e98_0_212"/>
          <p:cNvPicPr preferRelativeResize="0"/>
          <p:nvPr/>
        </p:nvPicPr>
        <p:blipFill rotWithShape="1">
          <a:blip r:embed="rId4">
            <a:alphaModFix/>
          </a:blip>
          <a:srcRect/>
          <a:stretch/>
        </p:blipFill>
        <p:spPr>
          <a:xfrm>
            <a:off x="7404120" y="5039680"/>
            <a:ext cx="2055960" cy="1541520"/>
          </a:xfrm>
          <a:prstGeom prst="rect">
            <a:avLst/>
          </a:prstGeom>
          <a:noFill/>
          <a:ln>
            <a:noFill/>
          </a:ln>
        </p:spPr>
      </p:pic>
      <p:pic>
        <p:nvPicPr>
          <p:cNvPr id="178" name="Google Shape;178;g271dc8c5e98_0_212"/>
          <p:cNvPicPr preferRelativeResize="0"/>
          <p:nvPr/>
        </p:nvPicPr>
        <p:blipFill rotWithShape="1">
          <a:blip r:embed="rId5">
            <a:alphaModFix/>
          </a:blip>
          <a:srcRect/>
          <a:stretch/>
        </p:blipFill>
        <p:spPr>
          <a:xfrm>
            <a:off x="5128560" y="5039680"/>
            <a:ext cx="2055960" cy="1541520"/>
          </a:xfrm>
          <a:prstGeom prst="rect">
            <a:avLst/>
          </a:prstGeom>
          <a:noFill/>
          <a:ln>
            <a:noFill/>
          </a:ln>
        </p:spPr>
      </p:pic>
      <p:pic>
        <p:nvPicPr>
          <p:cNvPr id="179" name="Google Shape;179;g271dc8c5e98_0_212"/>
          <p:cNvPicPr preferRelativeResize="0"/>
          <p:nvPr/>
        </p:nvPicPr>
        <p:blipFill rotWithShape="1">
          <a:blip r:embed="rId6">
            <a:alphaModFix/>
          </a:blip>
          <a:srcRect/>
          <a:stretch/>
        </p:blipFill>
        <p:spPr>
          <a:xfrm>
            <a:off x="2861280" y="5039680"/>
            <a:ext cx="2047680" cy="1535400"/>
          </a:xfrm>
          <a:prstGeom prst="rect">
            <a:avLst/>
          </a:prstGeom>
          <a:noFill/>
          <a:ln>
            <a:noFill/>
          </a:ln>
        </p:spPr>
      </p:pic>
      <p:pic>
        <p:nvPicPr>
          <p:cNvPr id="180" name="Google Shape;180;g271dc8c5e98_0_212"/>
          <p:cNvPicPr preferRelativeResize="0"/>
          <p:nvPr/>
        </p:nvPicPr>
        <p:blipFill rotWithShape="1">
          <a:blip r:embed="rId7">
            <a:alphaModFix/>
          </a:blip>
          <a:srcRect/>
          <a:stretch/>
        </p:blipFill>
        <p:spPr>
          <a:xfrm>
            <a:off x="527040" y="5039680"/>
            <a:ext cx="2047680" cy="1535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g271dc8c5e98_0_223"/>
          <p:cNvSpPr/>
          <p:nvPr/>
        </p:nvSpPr>
        <p:spPr>
          <a:xfrm>
            <a:off x="1219320" y="274680"/>
            <a:ext cx="10362000" cy="1141500"/>
          </a:xfrm>
          <a:prstGeom prst="rect">
            <a:avLst/>
          </a:prstGeom>
          <a:noFill/>
          <a:ln>
            <a:noFill/>
          </a:ln>
        </p:spPr>
        <p:txBody>
          <a:bodyPr spcFirstLastPara="1" wrap="square" lIns="90000" tIns="45000" rIns="90000" bIns="91425" anchor="b" anchorCtr="0">
            <a:no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rgbClr val="0070C0"/>
                </a:solidFill>
                <a:latin typeface="Calibri"/>
                <a:ea typeface="Calibri"/>
                <a:cs typeface="Calibri"/>
                <a:sym typeface="Calibri"/>
              </a:rPr>
              <a:t>Pretrained evaluator</a:t>
            </a:r>
            <a:endParaRPr sz="1800" b="0" i="0" u="none" strike="noStrike" cap="none">
              <a:solidFill>
                <a:srgbClr val="000000"/>
              </a:solidFill>
              <a:latin typeface="Arial"/>
              <a:ea typeface="Arial"/>
              <a:cs typeface="Arial"/>
              <a:sym typeface="Arial"/>
            </a:endParaRPr>
          </a:p>
        </p:txBody>
      </p:sp>
      <p:sp>
        <p:nvSpPr>
          <p:cNvPr id="186" name="Google Shape;186;g271dc8c5e98_0_223"/>
          <p:cNvSpPr/>
          <p:nvPr/>
        </p:nvSpPr>
        <p:spPr>
          <a:xfrm>
            <a:off x="1219325" y="1447925"/>
            <a:ext cx="10565700" cy="4734000"/>
          </a:xfrm>
          <a:prstGeom prst="rect">
            <a:avLst/>
          </a:prstGeom>
          <a:noFill/>
          <a:ln>
            <a:noFill/>
          </a:ln>
        </p:spPr>
        <p:txBody>
          <a:bodyPr spcFirstLastPara="1" wrap="square" lIns="90000" tIns="45000" rIns="90000" bIns="45000" anchor="t" anchorCtr="0">
            <a:noAutofit/>
          </a:bodyPr>
          <a:lstStyle/>
          <a:p>
            <a:pPr marL="457200" marR="0" lvl="0" indent="-393700" algn="l" rtl="0">
              <a:lnSpc>
                <a:spcPct val="115000"/>
              </a:lnSpc>
              <a:spcBef>
                <a:spcPts val="0"/>
              </a:spcBef>
              <a:spcAft>
                <a:spcPts val="0"/>
              </a:spcAft>
              <a:buClr>
                <a:srgbClr val="D34817"/>
              </a:buClr>
              <a:buSzPts val="2600"/>
              <a:buFont typeface="Calibri"/>
              <a:buChar char="●"/>
            </a:pPr>
            <a:r>
              <a:rPr lang="en-US" sz="2600" b="0" i="0" u="none" strike="noStrike" cap="none">
                <a:solidFill>
                  <a:schemeClr val="dk1"/>
                </a:solidFill>
                <a:latin typeface="Calibri"/>
                <a:ea typeface="Calibri"/>
                <a:cs typeface="Calibri"/>
                <a:sym typeface="Calibri"/>
              </a:rPr>
              <a:t>Provided files</a:t>
            </a:r>
            <a:r>
              <a:rPr lang="en-US" sz="2600" b="0" i="0" u="none" strike="noStrike" cap="none">
                <a:solidFill>
                  <a:schemeClr val="dk1"/>
                </a:solidFill>
                <a:latin typeface="Arial"/>
                <a:ea typeface="Arial"/>
                <a:cs typeface="Arial"/>
                <a:sym typeface="Arial"/>
              </a:rPr>
              <a:t>: </a:t>
            </a:r>
            <a:r>
              <a:rPr lang="en-US" sz="2600" b="0" i="0" u="none" strike="noStrike" cap="none">
                <a:solidFill>
                  <a:schemeClr val="dk1"/>
                </a:solidFill>
                <a:latin typeface="Calibri"/>
                <a:ea typeface="Calibri"/>
                <a:cs typeface="Calibri"/>
                <a:sym typeface="Calibri"/>
              </a:rPr>
              <a:t>evaluator.py, checkpoint.pth</a:t>
            </a:r>
            <a:endParaRPr sz="2600" b="0" i="0" u="none" strike="noStrike" cap="none">
              <a:solidFill>
                <a:schemeClr val="dk1"/>
              </a:solidFill>
              <a:latin typeface="Calibri"/>
              <a:ea typeface="Calibri"/>
              <a:cs typeface="Calibri"/>
              <a:sym typeface="Calibri"/>
            </a:endParaRPr>
          </a:p>
          <a:p>
            <a:pPr marL="914400" marR="0" lvl="1" indent="-369569" algn="l" rtl="0">
              <a:lnSpc>
                <a:spcPct val="115000"/>
              </a:lnSpc>
              <a:spcBef>
                <a:spcPts val="0"/>
              </a:spcBef>
              <a:spcAft>
                <a:spcPts val="0"/>
              </a:spcAft>
              <a:buClr>
                <a:schemeClr val="dk1"/>
              </a:buClr>
              <a:buSzPts val="2220"/>
              <a:buFont typeface="Calibri"/>
              <a:buChar char="○"/>
            </a:pPr>
            <a:r>
              <a:rPr lang="en-US" sz="2220" b="0" i="0" u="none" strike="noStrike" cap="none">
                <a:solidFill>
                  <a:srgbClr val="FF0000"/>
                </a:solidFill>
                <a:latin typeface="Calibri"/>
                <a:ea typeface="Calibri"/>
                <a:cs typeface="Calibri"/>
                <a:sym typeface="Calibri"/>
              </a:rPr>
              <a:t>DO NOT modify any of them</a:t>
            </a:r>
            <a:endParaRPr sz="2220" b="0" i="0" u="none" strike="noStrike" cap="none">
              <a:solidFill>
                <a:srgbClr val="FF0000"/>
              </a:solidFill>
              <a:latin typeface="Calibri"/>
              <a:ea typeface="Calibri"/>
              <a:cs typeface="Calibri"/>
              <a:sym typeface="Calibri"/>
            </a:endParaRPr>
          </a:p>
          <a:p>
            <a:pPr marL="457200" marR="0" lvl="0" indent="-393700" algn="l" rtl="0">
              <a:lnSpc>
                <a:spcPct val="115000"/>
              </a:lnSpc>
              <a:spcBef>
                <a:spcPts val="0"/>
              </a:spcBef>
              <a:spcAft>
                <a:spcPts val="0"/>
              </a:spcAft>
              <a:buClr>
                <a:srgbClr val="D34817"/>
              </a:buClr>
              <a:buSzPts val="2600"/>
              <a:buFont typeface="Arial"/>
              <a:buChar char="●"/>
            </a:pPr>
            <a:r>
              <a:rPr lang="en-US" sz="2600" b="0" i="0" u="none" strike="noStrike" cap="none">
                <a:solidFill>
                  <a:schemeClr val="dk1"/>
                </a:solidFill>
                <a:latin typeface="Calibri"/>
                <a:ea typeface="Calibri"/>
                <a:cs typeface="Calibri"/>
                <a:sym typeface="Calibri"/>
              </a:rPr>
              <a:t>Use </a:t>
            </a:r>
            <a:r>
              <a:rPr lang="en-US" sz="2600" b="1" i="0" u="none" strike="noStrike" cap="none">
                <a:solidFill>
                  <a:schemeClr val="dk1"/>
                </a:solidFill>
                <a:latin typeface="Calibri"/>
                <a:ea typeface="Calibri"/>
                <a:cs typeface="Calibri"/>
                <a:sym typeface="Calibri"/>
              </a:rPr>
              <a:t>eval</a:t>
            </a:r>
            <a:r>
              <a:rPr lang="en-US" sz="2600" b="0" i="0" u="none" strike="noStrike" cap="none">
                <a:solidFill>
                  <a:schemeClr val="dk1"/>
                </a:solidFill>
                <a:latin typeface="Calibri"/>
                <a:ea typeface="Calibri"/>
                <a:cs typeface="Calibri"/>
                <a:sym typeface="Calibri"/>
              </a:rPr>
              <a:t>(images, labels) to compute accuracy of your synthetic images</a:t>
            </a:r>
            <a:endParaRPr sz="1800" b="0" i="0" u="none" strike="noStrike" cap="none">
              <a:solidFill>
                <a:schemeClr val="dk1"/>
              </a:solidFill>
              <a:latin typeface="Arial"/>
              <a:ea typeface="Arial"/>
              <a:cs typeface="Arial"/>
              <a:sym typeface="Arial"/>
            </a:endParaRPr>
          </a:p>
          <a:p>
            <a:pPr marL="914400" marR="0" lvl="1" indent="-381000" algn="l" rtl="0">
              <a:lnSpc>
                <a:spcPct val="115000"/>
              </a:lnSpc>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Labels should be one-hot vector. E.g. [[1,1,0,0,…],[0,1,0,0,…],…]</a:t>
            </a:r>
            <a:endParaRPr sz="1800" b="0" i="0" u="none" strike="noStrike" cap="none">
              <a:solidFill>
                <a:schemeClr val="dk1"/>
              </a:solidFill>
              <a:latin typeface="Arial"/>
              <a:ea typeface="Arial"/>
              <a:cs typeface="Arial"/>
              <a:sym typeface="Arial"/>
            </a:endParaRPr>
          </a:p>
          <a:p>
            <a:pPr marL="914400" marR="0" lvl="1" indent="-381000" algn="l" rtl="0">
              <a:lnSpc>
                <a:spcPct val="115000"/>
              </a:lnSpc>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Images should be all generated images. E.g. (batch size, 3, </a:t>
            </a:r>
            <a:r>
              <a:rPr lang="en-US" sz="2400" b="0" i="0" u="none" strike="noStrike" cap="none">
                <a:solidFill>
                  <a:srgbClr val="FF0000"/>
                </a:solidFill>
                <a:latin typeface="Calibri"/>
                <a:ea typeface="Calibri"/>
                <a:cs typeface="Calibri"/>
                <a:sym typeface="Calibri"/>
              </a:rPr>
              <a:t>64, 64</a:t>
            </a:r>
            <a:r>
              <a:rPr lang="en-US" sz="2400" b="0" i="0" u="none" strike="noStrike" cap="none">
                <a:solidFill>
                  <a:schemeClr val="dk1"/>
                </a:solidFill>
                <a:latin typeface="Calibri"/>
                <a:ea typeface="Calibri"/>
                <a:cs typeface="Calibri"/>
                <a:sym typeface="Calibri"/>
              </a:rPr>
              <a:t>)</a:t>
            </a:r>
            <a:endParaRPr sz="2400" b="0" i="0" u="none" strike="noStrike" cap="none">
              <a:solidFill>
                <a:schemeClr val="dk1"/>
              </a:solidFill>
              <a:latin typeface="Calibri"/>
              <a:ea typeface="Calibri"/>
              <a:cs typeface="Calibri"/>
              <a:sym typeface="Calibri"/>
            </a:endParaRPr>
          </a:p>
          <a:p>
            <a:pPr marL="914400" marR="0" lvl="1" indent="-381000" algn="l" rtl="0">
              <a:lnSpc>
                <a:spcPct val="115000"/>
              </a:lnSpc>
              <a:spcBef>
                <a:spcPts val="0"/>
              </a:spcBef>
              <a:spcAft>
                <a:spcPts val="0"/>
              </a:spcAft>
              <a:buClr>
                <a:schemeClr val="dk1"/>
              </a:buClr>
              <a:buSzPts val="2400"/>
              <a:buFont typeface="Arial"/>
              <a:buChar char="○"/>
            </a:pPr>
            <a:r>
              <a:rPr lang="en-US" sz="2400" b="0" i="0" u="none" strike="noStrike" cap="none">
                <a:solidFill>
                  <a:srgbClr val="FF0000"/>
                </a:solidFill>
                <a:latin typeface="Calibri"/>
                <a:ea typeface="Calibri"/>
                <a:cs typeface="Calibri"/>
                <a:sym typeface="Calibri"/>
              </a:rPr>
              <a:t>Images should be normalized with </a:t>
            </a:r>
            <a:r>
              <a:rPr lang="en-US" sz="1700" b="0" i="0" u="none" strike="noStrike" cap="none">
                <a:solidFill>
                  <a:srgbClr val="FF0000"/>
                </a:solidFill>
                <a:latin typeface="Calibri"/>
                <a:ea typeface="Calibri"/>
                <a:cs typeface="Calibri"/>
                <a:sym typeface="Calibri"/>
              </a:rPr>
              <a:t>transforms.Normalize((0.5, 0.5, 0.5), (0.5, 0.5, 0.5))</a:t>
            </a:r>
            <a:endParaRPr sz="2410" b="0" i="0" u="none" strike="noStrike" cap="none">
              <a:solidFill>
                <a:srgbClr val="000000"/>
              </a:solidFill>
              <a:latin typeface="Calibri"/>
              <a:ea typeface="Calibri"/>
              <a:cs typeface="Calibri"/>
              <a:sym typeface="Calibri"/>
            </a:endParaRPr>
          </a:p>
          <a:p>
            <a:pPr marL="457200" marR="0" lvl="0" indent="-394335" algn="l" rtl="0">
              <a:lnSpc>
                <a:spcPct val="115000"/>
              </a:lnSpc>
              <a:spcBef>
                <a:spcPts val="0"/>
              </a:spcBef>
              <a:spcAft>
                <a:spcPts val="0"/>
              </a:spcAft>
              <a:buClr>
                <a:srgbClr val="D34817"/>
              </a:buClr>
              <a:buSzPts val="2610"/>
              <a:buFont typeface="Calibri"/>
              <a:buChar char="●"/>
            </a:pPr>
            <a:r>
              <a:rPr lang="en-US" sz="2610" b="0" i="0" u="none" strike="noStrike" cap="none">
                <a:solidFill>
                  <a:srgbClr val="000000"/>
                </a:solidFill>
                <a:latin typeface="Calibri"/>
                <a:ea typeface="Calibri"/>
                <a:cs typeface="Calibri"/>
                <a:sym typeface="Calibri"/>
              </a:rPr>
              <a:t>You can involve this evaluator in training or sampling for better result</a:t>
            </a:r>
            <a:endParaRPr sz="2610" b="0" i="0" u="none" strike="noStrike" cap="none">
              <a:solidFill>
                <a:srgbClr val="000000"/>
              </a:solidFill>
              <a:latin typeface="Calibri"/>
              <a:ea typeface="Calibri"/>
              <a:cs typeface="Calibri"/>
              <a:sym typeface="Calibri"/>
            </a:endParaRPr>
          </a:p>
          <a:p>
            <a:pPr marL="914400" marR="0" lvl="1" indent="-381635" algn="l" rtl="0">
              <a:lnSpc>
                <a:spcPct val="115000"/>
              </a:lnSpc>
              <a:spcBef>
                <a:spcPts val="0"/>
              </a:spcBef>
              <a:spcAft>
                <a:spcPts val="0"/>
              </a:spcAft>
              <a:buClr>
                <a:schemeClr val="dk1"/>
              </a:buClr>
              <a:buSzPts val="2410"/>
              <a:buFont typeface="Calibri"/>
              <a:buChar char="○"/>
            </a:pPr>
            <a:r>
              <a:rPr lang="en-US" sz="2410" b="0" i="0" u="none" strike="noStrike" cap="none">
                <a:solidFill>
                  <a:srgbClr val="000000"/>
                </a:solidFill>
                <a:latin typeface="Calibri"/>
                <a:ea typeface="Calibri"/>
                <a:cs typeface="Calibri"/>
                <a:sym typeface="Calibri"/>
              </a:rPr>
              <a:t>E.g. classifier guidance for DDPM</a:t>
            </a:r>
            <a:endParaRPr sz="2410" b="0" i="0" u="none" strike="noStrike" cap="none">
              <a:solidFill>
                <a:srgbClr val="000000"/>
              </a:solidFill>
              <a:latin typeface="Calibri"/>
              <a:ea typeface="Calibri"/>
              <a:cs typeface="Calibri"/>
              <a:sym typeface="Calibri"/>
            </a:endParaRPr>
          </a:p>
          <a:p>
            <a:pPr marL="914400" marR="0" lvl="1" indent="-381635" algn="l" rtl="0">
              <a:lnSpc>
                <a:spcPct val="115000"/>
              </a:lnSpc>
              <a:spcBef>
                <a:spcPts val="0"/>
              </a:spcBef>
              <a:spcAft>
                <a:spcPts val="0"/>
              </a:spcAft>
              <a:buClr>
                <a:schemeClr val="dk1"/>
              </a:buClr>
              <a:buSzPts val="2410"/>
              <a:buFont typeface="Calibri"/>
              <a:buChar char="○"/>
            </a:pPr>
            <a:r>
              <a:rPr lang="en-US" sz="2410" b="0" i="0" u="none" strike="noStrike" cap="none">
                <a:solidFill>
                  <a:srgbClr val="000000"/>
                </a:solidFill>
                <a:latin typeface="Calibri"/>
                <a:ea typeface="Calibri"/>
                <a:cs typeface="Calibri"/>
                <a:sym typeface="Calibri"/>
              </a:rPr>
              <a:t>Inherit the class if you need extra functionalities</a:t>
            </a:r>
            <a:endParaRPr sz="2410" b="0" i="0" u="none" strike="noStrike" cap="none">
              <a:solidFill>
                <a:srgbClr val="000000"/>
              </a:solidFill>
              <a:latin typeface="Calibri"/>
              <a:ea typeface="Calibri"/>
              <a:cs typeface="Calibri"/>
              <a:sym typeface="Calibri"/>
            </a:endParaRPr>
          </a:p>
          <a:p>
            <a:pPr marL="914400" marR="0" lvl="1" indent="-381635" algn="l" rtl="0">
              <a:lnSpc>
                <a:spcPct val="115000"/>
              </a:lnSpc>
              <a:spcBef>
                <a:spcPts val="0"/>
              </a:spcBef>
              <a:spcAft>
                <a:spcPts val="0"/>
              </a:spcAft>
              <a:buClr>
                <a:schemeClr val="dk1"/>
              </a:buClr>
              <a:buSzPts val="2410"/>
              <a:buFont typeface="Calibri"/>
              <a:buChar char="○"/>
            </a:pPr>
            <a:r>
              <a:rPr lang="en-US" sz="2220" b="0" i="0" u="none" strike="noStrike" cap="none">
                <a:solidFill>
                  <a:srgbClr val="FF0000"/>
                </a:solidFill>
                <a:latin typeface="Calibri"/>
                <a:ea typeface="Calibri"/>
                <a:cs typeface="Calibri"/>
                <a:sym typeface="Calibri"/>
              </a:rPr>
              <a:t>Again, DO NOT modify the weight and class script</a:t>
            </a:r>
            <a:endParaRPr sz="2210" b="0" i="0" u="none" strike="noStrike" cap="none">
              <a:solidFill>
                <a:srgbClr val="FF000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g271dc8c5e98_0_242"/>
          <p:cNvSpPr txBox="1">
            <a:spLocks noGrp="1"/>
          </p:cNvSpPr>
          <p:nvPr>
            <p:ph type="ctrTitle"/>
          </p:nvPr>
        </p:nvSpPr>
        <p:spPr>
          <a:xfrm>
            <a:off x="239349" y="1988840"/>
            <a:ext cx="11809200" cy="1470000"/>
          </a:xfrm>
          <a:prstGeom prst="rect">
            <a:avLst/>
          </a:prstGeom>
          <a:noFill/>
          <a:ln>
            <a:noFill/>
          </a:ln>
        </p:spPr>
        <p:txBody>
          <a:bodyPr spcFirstLastPara="1" wrap="square" lIns="91425" tIns="45700" rIns="91425" bIns="91425" anchor="b" anchorCtr="0">
            <a:normAutofit/>
          </a:bodyPr>
          <a:lstStyle/>
          <a:p>
            <a:pPr marL="0" lvl="0" indent="0" algn="ctr" rtl="0">
              <a:lnSpc>
                <a:spcPct val="100000"/>
              </a:lnSpc>
              <a:spcBef>
                <a:spcPts val="0"/>
              </a:spcBef>
              <a:spcAft>
                <a:spcPts val="0"/>
              </a:spcAft>
              <a:buClr>
                <a:srgbClr val="0070C0"/>
              </a:buClr>
              <a:buSzPts val="3600"/>
              <a:buFont typeface="Calibri"/>
              <a:buNone/>
            </a:pPr>
            <a:r>
              <a:rPr lang="en-US" b="1">
                <a:solidFill>
                  <a:srgbClr val="0070C0"/>
                </a:solidFill>
                <a:latin typeface="Calibri"/>
                <a:ea typeface="Calibri"/>
                <a:cs typeface="Calibri"/>
                <a:sym typeface="Calibri"/>
              </a:rPr>
              <a:t>Implement a conditional DDPM</a:t>
            </a:r>
            <a:endParaRPr b="1">
              <a:solidFill>
                <a:srgbClr val="0070C0"/>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g2415af6205d_0_2"/>
          <p:cNvSpPr/>
          <p:nvPr/>
        </p:nvSpPr>
        <p:spPr>
          <a:xfrm>
            <a:off x="1219320" y="274680"/>
            <a:ext cx="10362000" cy="1141500"/>
          </a:xfrm>
          <a:prstGeom prst="rect">
            <a:avLst/>
          </a:prstGeom>
          <a:noFill/>
          <a:ln>
            <a:noFill/>
          </a:ln>
        </p:spPr>
        <p:txBody>
          <a:bodyPr spcFirstLastPara="1" wrap="square" lIns="90000" tIns="45000" rIns="90000" bIns="91425" anchor="b" anchorCtr="0">
            <a:no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rgbClr val="0070C0"/>
                </a:solidFill>
                <a:latin typeface="Calibri"/>
                <a:ea typeface="Calibri"/>
                <a:cs typeface="Calibri"/>
                <a:sym typeface="Calibri"/>
              </a:rPr>
              <a:t>Design of DDPM</a:t>
            </a:r>
            <a:endParaRPr sz="1800" b="0" i="0" u="none" strike="noStrike" cap="none">
              <a:solidFill>
                <a:srgbClr val="000000"/>
              </a:solidFill>
              <a:latin typeface="Arial"/>
              <a:ea typeface="Arial"/>
              <a:cs typeface="Arial"/>
              <a:sym typeface="Arial"/>
            </a:endParaRPr>
          </a:p>
        </p:txBody>
      </p:sp>
      <p:sp>
        <p:nvSpPr>
          <p:cNvPr id="198" name="Google Shape;198;g2415af6205d_0_2"/>
          <p:cNvSpPr/>
          <p:nvPr/>
        </p:nvSpPr>
        <p:spPr>
          <a:xfrm>
            <a:off x="1219320" y="1447920"/>
            <a:ext cx="10362000" cy="4570500"/>
          </a:xfrm>
          <a:prstGeom prst="rect">
            <a:avLst/>
          </a:prstGeom>
          <a:noFill/>
          <a:ln>
            <a:noFill/>
          </a:ln>
        </p:spPr>
        <p:txBody>
          <a:bodyPr spcFirstLastPara="1" wrap="square" lIns="90000" tIns="45000" rIns="90000" bIns="45000" anchor="t" anchorCtr="0">
            <a:noAutofit/>
          </a:bodyPr>
          <a:lstStyle/>
          <a:p>
            <a:pPr marL="457200" marR="0" lvl="0" indent="-393700" algn="l" rtl="0">
              <a:lnSpc>
                <a:spcPct val="100000"/>
              </a:lnSpc>
              <a:spcBef>
                <a:spcPts val="0"/>
              </a:spcBef>
              <a:spcAft>
                <a:spcPts val="0"/>
              </a:spcAft>
              <a:buClr>
                <a:srgbClr val="D34817"/>
              </a:buClr>
              <a:buSzPts val="2600"/>
              <a:buFont typeface="Calibri"/>
              <a:buChar char="●"/>
            </a:pPr>
            <a:r>
              <a:rPr lang="en-US" sz="2600" b="0" i="0" u="none" strike="noStrike" cap="none">
                <a:solidFill>
                  <a:srgbClr val="000000"/>
                </a:solidFill>
                <a:latin typeface="Calibri"/>
                <a:ea typeface="Calibri"/>
                <a:cs typeface="Calibri"/>
                <a:sym typeface="Calibri"/>
              </a:rPr>
              <a:t>Denoising diffusion model</a:t>
            </a:r>
            <a:endParaRPr sz="2600" b="0" i="0" u="none" strike="noStrike" cap="none">
              <a:solidFill>
                <a:srgbClr val="000000"/>
              </a:solidFill>
              <a:latin typeface="Calibri"/>
              <a:ea typeface="Calibri"/>
              <a:cs typeface="Calibri"/>
              <a:sym typeface="Calibri"/>
            </a:endParaRPr>
          </a:p>
          <a:p>
            <a:pPr marL="457200" marR="0" lvl="0" indent="-393700" algn="l" rtl="0">
              <a:lnSpc>
                <a:spcPct val="100000"/>
              </a:lnSpc>
              <a:spcBef>
                <a:spcPts val="0"/>
              </a:spcBef>
              <a:spcAft>
                <a:spcPts val="0"/>
              </a:spcAft>
              <a:buClr>
                <a:srgbClr val="D34817"/>
              </a:buClr>
              <a:buSzPts val="2600"/>
              <a:buFont typeface="Calibri"/>
              <a:buChar char="●"/>
            </a:pPr>
            <a:r>
              <a:rPr lang="en-US" sz="2600" b="0" i="0" u="none" strike="noStrike" cap="none">
                <a:solidFill>
                  <a:srgbClr val="000000"/>
                </a:solidFill>
                <a:latin typeface="Calibri"/>
                <a:ea typeface="Calibri"/>
                <a:cs typeface="Calibri"/>
                <a:sym typeface="Calibri"/>
              </a:rPr>
              <a:t>Latent diffusion model</a:t>
            </a:r>
            <a:endParaRPr sz="2600" b="0" i="0" u="none" strike="noStrike" cap="none">
              <a:solidFill>
                <a:srgbClr val="000000"/>
              </a:solidFill>
              <a:latin typeface="Calibri"/>
              <a:ea typeface="Calibri"/>
              <a:cs typeface="Calibri"/>
              <a:sym typeface="Calibri"/>
            </a:endParaRPr>
          </a:p>
          <a:p>
            <a:pPr marL="914400" marR="0" lvl="1" indent="-393700" algn="l" rtl="0">
              <a:lnSpc>
                <a:spcPct val="100000"/>
              </a:lnSpc>
              <a:spcBef>
                <a:spcPts val="0"/>
              </a:spcBef>
              <a:spcAft>
                <a:spcPts val="0"/>
              </a:spcAft>
              <a:buClr>
                <a:srgbClr val="000000"/>
              </a:buClr>
              <a:buSzPts val="2600"/>
              <a:buFont typeface="Calibri"/>
              <a:buChar char="○"/>
            </a:pPr>
            <a:r>
              <a:rPr lang="en-US" sz="2600" b="0" i="0" u="none" strike="noStrike" cap="none">
                <a:solidFill>
                  <a:srgbClr val="000000"/>
                </a:solidFill>
                <a:latin typeface="Calibri"/>
                <a:ea typeface="Calibri"/>
                <a:cs typeface="Calibri"/>
                <a:sym typeface="Calibri"/>
              </a:rPr>
              <a:t>encoder/decoder design</a:t>
            </a:r>
            <a:endParaRPr sz="1800" b="0" i="0" u="none" strike="noStrike" cap="none">
              <a:solidFill>
                <a:srgbClr val="000000"/>
              </a:solidFill>
              <a:latin typeface="Calibri"/>
              <a:ea typeface="Calibri"/>
              <a:cs typeface="Calibri"/>
              <a:sym typeface="Calibri"/>
            </a:endParaRPr>
          </a:p>
          <a:p>
            <a:pPr marL="914400" marR="0" lvl="0" indent="0" algn="l" rtl="0">
              <a:lnSpc>
                <a:spcPct val="100000"/>
              </a:lnSpc>
              <a:spcBef>
                <a:spcPts val="0"/>
              </a:spcBef>
              <a:spcAft>
                <a:spcPts val="0"/>
              </a:spcAft>
              <a:buClr>
                <a:srgbClr val="000000"/>
              </a:buClr>
              <a:buSzPts val="2600"/>
              <a:buFont typeface="Arial"/>
              <a:buNone/>
            </a:pPr>
            <a:endParaRPr sz="2600" b="0" i="0" u="none" strike="noStrike" cap="none">
              <a:solidFill>
                <a:srgbClr val="000000"/>
              </a:solidFill>
              <a:latin typeface="Calibri"/>
              <a:ea typeface="Calibri"/>
              <a:cs typeface="Calibri"/>
              <a:sym typeface="Calibri"/>
            </a:endParaRPr>
          </a:p>
          <a:p>
            <a:pPr marL="457200" marR="0" lvl="0" indent="-393700" algn="l" rtl="0">
              <a:lnSpc>
                <a:spcPct val="100000"/>
              </a:lnSpc>
              <a:spcBef>
                <a:spcPts val="0"/>
              </a:spcBef>
              <a:spcAft>
                <a:spcPts val="0"/>
              </a:spcAft>
              <a:buClr>
                <a:srgbClr val="D34817"/>
              </a:buClr>
              <a:buSzPts val="2600"/>
              <a:buFont typeface="Calibri"/>
              <a:buChar char="●"/>
            </a:pPr>
            <a:r>
              <a:rPr lang="en-US" sz="2600" b="0" i="0" u="none" strike="noStrike" cap="none">
                <a:solidFill>
                  <a:srgbClr val="000000"/>
                </a:solidFill>
                <a:latin typeface="Calibri"/>
                <a:ea typeface="Calibri"/>
                <a:cs typeface="Calibri"/>
                <a:sym typeface="Calibri"/>
              </a:rPr>
              <a:t>Condition embedding</a:t>
            </a:r>
            <a:endParaRPr sz="2600" b="0" i="0" u="none" strike="noStrike" cap="none">
              <a:solidFill>
                <a:schemeClr val="dk1"/>
              </a:solidFill>
              <a:latin typeface="Calibri"/>
              <a:ea typeface="Calibri"/>
              <a:cs typeface="Calibri"/>
              <a:sym typeface="Calibri"/>
            </a:endParaRPr>
          </a:p>
          <a:p>
            <a:pPr marL="914400" marR="0" lvl="1" indent="-393700" algn="l" rtl="0">
              <a:lnSpc>
                <a:spcPct val="100000"/>
              </a:lnSpc>
              <a:spcBef>
                <a:spcPts val="0"/>
              </a:spcBef>
              <a:spcAft>
                <a:spcPts val="0"/>
              </a:spcAft>
              <a:buClr>
                <a:schemeClr val="dk1"/>
              </a:buClr>
              <a:buSzPts val="2600"/>
              <a:buFont typeface="Calibri"/>
              <a:buChar char="○"/>
            </a:pPr>
            <a:r>
              <a:rPr lang="en-US" sz="2600" b="0" i="0" u="none" strike="noStrike" cap="none">
                <a:solidFill>
                  <a:schemeClr val="dk1"/>
                </a:solidFill>
                <a:latin typeface="Calibri"/>
                <a:ea typeface="Calibri"/>
                <a:cs typeface="Calibri"/>
                <a:sym typeface="Calibri"/>
              </a:rPr>
              <a:t>label embedding</a:t>
            </a:r>
            <a:endParaRPr sz="2600" b="0" i="0" u="none" strike="noStrike" cap="none">
              <a:solidFill>
                <a:schemeClr val="dk1"/>
              </a:solidFill>
              <a:latin typeface="Calibri"/>
              <a:ea typeface="Calibri"/>
              <a:cs typeface="Calibri"/>
              <a:sym typeface="Calibri"/>
            </a:endParaRPr>
          </a:p>
          <a:p>
            <a:pPr marL="914400" marR="0" lvl="1" indent="-393700" algn="l" rtl="0">
              <a:lnSpc>
                <a:spcPct val="100000"/>
              </a:lnSpc>
              <a:spcBef>
                <a:spcPts val="0"/>
              </a:spcBef>
              <a:spcAft>
                <a:spcPts val="0"/>
              </a:spcAft>
              <a:buClr>
                <a:schemeClr val="dk1"/>
              </a:buClr>
              <a:buSzPts val="2600"/>
              <a:buFont typeface="Calibri"/>
              <a:buChar char="○"/>
            </a:pPr>
            <a:r>
              <a:rPr lang="en-US" sz="2600" b="0" i="0" u="none" strike="noStrike" cap="none">
                <a:solidFill>
                  <a:schemeClr val="dk1"/>
                </a:solidFill>
                <a:latin typeface="Calibri"/>
                <a:ea typeface="Calibri"/>
                <a:cs typeface="Calibri"/>
                <a:sym typeface="Calibri"/>
              </a:rPr>
              <a:t>Time embedding</a:t>
            </a:r>
            <a:endParaRPr sz="2600" b="0" i="0" u="none" strike="noStrike" cap="none">
              <a:solidFill>
                <a:schemeClr val="dk1"/>
              </a:solidFill>
              <a:latin typeface="Calibri"/>
              <a:ea typeface="Calibri"/>
              <a:cs typeface="Calibri"/>
              <a:sym typeface="Calibri"/>
            </a:endParaRPr>
          </a:p>
          <a:p>
            <a:pPr marL="914400" marR="0" lvl="0" indent="0" algn="l" rtl="0">
              <a:lnSpc>
                <a:spcPct val="100000"/>
              </a:lnSpc>
              <a:spcBef>
                <a:spcPts val="0"/>
              </a:spcBef>
              <a:spcAft>
                <a:spcPts val="0"/>
              </a:spcAft>
              <a:buClr>
                <a:srgbClr val="000000"/>
              </a:buClr>
              <a:buSzPts val="2600"/>
              <a:buFont typeface="Arial"/>
              <a:buNone/>
            </a:pPr>
            <a:endParaRPr sz="2600" b="0" i="0" u="none" strike="noStrike" cap="none">
              <a:solidFill>
                <a:schemeClr val="dk1"/>
              </a:solidFill>
              <a:latin typeface="Arial"/>
              <a:ea typeface="Arial"/>
              <a:cs typeface="Arial"/>
              <a:sym typeface="Arial"/>
            </a:endParaRPr>
          </a:p>
          <a:p>
            <a:pPr marL="457200" marR="0" lvl="0" indent="-393700" algn="l" rtl="0">
              <a:lnSpc>
                <a:spcPct val="100000"/>
              </a:lnSpc>
              <a:spcBef>
                <a:spcPts val="0"/>
              </a:spcBef>
              <a:spcAft>
                <a:spcPts val="0"/>
              </a:spcAft>
              <a:buClr>
                <a:srgbClr val="D34817"/>
              </a:buClr>
              <a:buSzPts val="2600"/>
              <a:buFont typeface="Calibri"/>
              <a:buChar char="●"/>
            </a:pPr>
            <a:r>
              <a:rPr lang="en-US" sz="2600" b="0" i="0" u="none" strike="noStrike" cap="none">
                <a:solidFill>
                  <a:srgbClr val="000000"/>
                </a:solidFill>
                <a:latin typeface="Calibri"/>
                <a:ea typeface="Calibri"/>
                <a:cs typeface="Calibri"/>
                <a:sym typeface="Calibri"/>
              </a:rPr>
              <a:t>Noise schedule</a:t>
            </a:r>
            <a:endParaRPr sz="2600" b="0" i="0" u="none" strike="noStrike" cap="none">
              <a:solidFill>
                <a:srgbClr val="000000"/>
              </a:solidFill>
              <a:latin typeface="Calibri"/>
              <a:ea typeface="Calibri"/>
              <a:cs typeface="Calibri"/>
              <a:sym typeface="Calibri"/>
            </a:endParaRPr>
          </a:p>
          <a:p>
            <a:pPr marL="914400" marR="0" lvl="1" indent="-393700" algn="l" rtl="0">
              <a:lnSpc>
                <a:spcPct val="100000"/>
              </a:lnSpc>
              <a:spcBef>
                <a:spcPts val="0"/>
              </a:spcBef>
              <a:spcAft>
                <a:spcPts val="0"/>
              </a:spcAft>
              <a:buClr>
                <a:srgbClr val="000000"/>
              </a:buClr>
              <a:buSzPts val="2600"/>
              <a:buFont typeface="Calibri"/>
              <a:buChar char="○"/>
            </a:pPr>
            <a:r>
              <a:rPr lang="en-US" sz="2600" b="0" i="0" u="none" strike="noStrike" cap="none">
                <a:solidFill>
                  <a:srgbClr val="000000"/>
                </a:solidFill>
                <a:latin typeface="Calibri"/>
                <a:ea typeface="Calibri"/>
                <a:cs typeface="Calibri"/>
                <a:sym typeface="Calibri"/>
              </a:rPr>
              <a:t>linear</a:t>
            </a:r>
            <a:endParaRPr sz="2600" b="0" i="0" u="none" strike="noStrike" cap="none">
              <a:solidFill>
                <a:srgbClr val="000000"/>
              </a:solidFill>
              <a:latin typeface="Calibri"/>
              <a:ea typeface="Calibri"/>
              <a:cs typeface="Calibri"/>
              <a:sym typeface="Calibri"/>
            </a:endParaRPr>
          </a:p>
          <a:p>
            <a:pPr marL="914400" marR="0" lvl="1" indent="-393700" algn="l" rtl="0">
              <a:lnSpc>
                <a:spcPct val="100000"/>
              </a:lnSpc>
              <a:spcBef>
                <a:spcPts val="0"/>
              </a:spcBef>
              <a:spcAft>
                <a:spcPts val="0"/>
              </a:spcAft>
              <a:buClr>
                <a:srgbClr val="000000"/>
              </a:buClr>
              <a:buSzPts val="2600"/>
              <a:buFont typeface="Calibri"/>
              <a:buChar char="○"/>
            </a:pPr>
            <a:r>
              <a:rPr lang="en-US" sz="2600" b="0" i="0" u="none" strike="noStrike" cap="none">
                <a:solidFill>
                  <a:srgbClr val="000000"/>
                </a:solidFill>
                <a:latin typeface="Calibri"/>
                <a:ea typeface="Calibri"/>
                <a:cs typeface="Calibri"/>
                <a:sym typeface="Calibri"/>
              </a:rPr>
              <a:t>cosine</a:t>
            </a:r>
            <a:endParaRPr sz="2600" b="0" i="0" u="none" strike="noStrike" cap="none">
              <a:solidFill>
                <a:srgbClr val="000000"/>
              </a:solidFill>
              <a:latin typeface="Calibri"/>
              <a:ea typeface="Calibri"/>
              <a:cs typeface="Calibri"/>
              <a:sym typeface="Calibri"/>
            </a:endParaRPr>
          </a:p>
          <a:p>
            <a:pPr marL="914400" marR="0" lvl="1" indent="-393700" algn="l" rtl="0">
              <a:lnSpc>
                <a:spcPct val="100000"/>
              </a:lnSpc>
              <a:spcBef>
                <a:spcPts val="0"/>
              </a:spcBef>
              <a:spcAft>
                <a:spcPts val="0"/>
              </a:spcAft>
              <a:buClr>
                <a:srgbClr val="000000"/>
              </a:buClr>
              <a:buSzPts val="2600"/>
              <a:buFont typeface="Calibri"/>
              <a:buChar char="○"/>
            </a:pPr>
            <a:r>
              <a:rPr lang="en-US" sz="2600" b="0" i="0" u="none" strike="noStrike" cap="none">
                <a:solidFill>
                  <a:srgbClr val="000000"/>
                </a:solidFill>
                <a:latin typeface="Calibri"/>
                <a:ea typeface="Calibri"/>
                <a:cs typeface="Calibri"/>
                <a:sym typeface="Calibri"/>
              </a:rPr>
              <a:t>other</a:t>
            </a:r>
            <a:endParaRPr sz="2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600"/>
              <a:buFont typeface="Arial"/>
              <a:buNone/>
            </a:pPr>
            <a:endParaRPr sz="2600" b="0" i="0" u="none" strike="noStrike" cap="non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7"/>
          <p:cNvSpPr/>
          <p:nvPr/>
        </p:nvSpPr>
        <p:spPr>
          <a:xfrm>
            <a:off x="1219320" y="274680"/>
            <a:ext cx="10361880" cy="1141560"/>
          </a:xfrm>
          <a:prstGeom prst="rect">
            <a:avLst/>
          </a:prstGeom>
          <a:noFill/>
          <a:ln>
            <a:noFill/>
          </a:ln>
        </p:spPr>
        <p:txBody>
          <a:bodyPr spcFirstLastPara="1" wrap="square" lIns="90000" tIns="45000" rIns="90000" bIns="91425" anchor="b" anchorCtr="0">
            <a:no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rgbClr val="0070C0"/>
                </a:solidFill>
                <a:latin typeface="Calibri"/>
                <a:ea typeface="Calibri"/>
                <a:cs typeface="Calibri"/>
                <a:sym typeface="Calibri"/>
              </a:rPr>
              <a:t>Design of UNet</a:t>
            </a:r>
            <a:endParaRPr sz="1800" b="0" i="0" u="none" strike="noStrike" cap="none">
              <a:solidFill>
                <a:srgbClr val="000000"/>
              </a:solidFill>
              <a:latin typeface="Arial"/>
              <a:ea typeface="Arial"/>
              <a:cs typeface="Arial"/>
              <a:sym typeface="Arial"/>
            </a:endParaRPr>
          </a:p>
        </p:txBody>
      </p:sp>
      <p:sp>
        <p:nvSpPr>
          <p:cNvPr id="204" name="Google Shape;204;p7"/>
          <p:cNvSpPr/>
          <p:nvPr/>
        </p:nvSpPr>
        <p:spPr>
          <a:xfrm>
            <a:off x="1219320" y="1447920"/>
            <a:ext cx="10361880" cy="4570560"/>
          </a:xfrm>
          <a:prstGeom prst="rect">
            <a:avLst/>
          </a:prstGeom>
          <a:noFill/>
          <a:ln>
            <a:noFill/>
          </a:ln>
        </p:spPr>
        <p:txBody>
          <a:bodyPr spcFirstLastPara="1" wrap="square" lIns="90000" tIns="45000" rIns="90000" bIns="45000" anchor="t" anchorCtr="0">
            <a:noAutofit/>
          </a:bodyPr>
          <a:lstStyle/>
          <a:p>
            <a:pPr marL="457200" marR="0" lvl="0" indent="-393700" algn="l" rtl="0">
              <a:lnSpc>
                <a:spcPct val="100000"/>
              </a:lnSpc>
              <a:spcBef>
                <a:spcPts val="0"/>
              </a:spcBef>
              <a:spcAft>
                <a:spcPts val="0"/>
              </a:spcAft>
              <a:buClr>
                <a:srgbClr val="D34817"/>
              </a:buClr>
              <a:buSzPts val="2600"/>
              <a:buFont typeface="Calibri"/>
              <a:buChar char="●"/>
            </a:pPr>
            <a:r>
              <a:rPr lang="en-US" sz="2600" b="0" i="0" u="none" strike="noStrike" cap="none">
                <a:solidFill>
                  <a:schemeClr val="dk1"/>
                </a:solidFill>
                <a:latin typeface="Calibri"/>
                <a:ea typeface="Calibri"/>
                <a:cs typeface="Calibri"/>
                <a:sym typeface="Calibri"/>
              </a:rPr>
              <a:t>Number of blocks</a:t>
            </a:r>
            <a:endParaRPr sz="2600" b="0" i="0" u="none" strike="noStrike" cap="none">
              <a:solidFill>
                <a:schemeClr val="dk1"/>
              </a:solidFill>
              <a:latin typeface="Calibri"/>
              <a:ea typeface="Calibri"/>
              <a:cs typeface="Calibri"/>
              <a:sym typeface="Calibri"/>
            </a:endParaRPr>
          </a:p>
          <a:p>
            <a:pPr marL="457200" marR="0" lvl="0" indent="-393700" algn="l" rtl="0">
              <a:lnSpc>
                <a:spcPct val="100000"/>
              </a:lnSpc>
              <a:spcBef>
                <a:spcPts val="0"/>
              </a:spcBef>
              <a:spcAft>
                <a:spcPts val="0"/>
              </a:spcAft>
              <a:buClr>
                <a:srgbClr val="D34817"/>
              </a:buClr>
              <a:buSzPts val="2600"/>
              <a:buFont typeface="Calibri"/>
              <a:buChar char="●"/>
            </a:pPr>
            <a:r>
              <a:rPr lang="en-US" sz="2600" b="0" i="0" u="none" strike="noStrike" cap="none">
                <a:solidFill>
                  <a:schemeClr val="dk1"/>
                </a:solidFill>
                <a:latin typeface="Calibri"/>
                <a:ea typeface="Calibri"/>
                <a:cs typeface="Calibri"/>
                <a:sym typeface="Calibri"/>
              </a:rPr>
              <a:t>Number of layers, channels in each blocks</a:t>
            </a:r>
            <a:endParaRPr sz="2600" b="0" i="0" u="none" strike="noStrike" cap="none">
              <a:solidFill>
                <a:schemeClr val="dk1"/>
              </a:solidFill>
              <a:latin typeface="Calibri"/>
              <a:ea typeface="Calibri"/>
              <a:cs typeface="Calibri"/>
              <a:sym typeface="Calibri"/>
            </a:endParaRPr>
          </a:p>
          <a:p>
            <a:pPr marL="457200" marR="0" lvl="0" indent="-393700" algn="l" rtl="0">
              <a:lnSpc>
                <a:spcPct val="100000"/>
              </a:lnSpc>
              <a:spcBef>
                <a:spcPts val="0"/>
              </a:spcBef>
              <a:spcAft>
                <a:spcPts val="0"/>
              </a:spcAft>
              <a:buClr>
                <a:srgbClr val="D34817"/>
              </a:buClr>
              <a:buSzPts val="2600"/>
              <a:buFont typeface="Calibri"/>
              <a:buChar char="●"/>
            </a:pPr>
            <a:r>
              <a:rPr lang="en-US" sz="2600" b="0" i="0" u="none" strike="noStrike" cap="none">
                <a:solidFill>
                  <a:schemeClr val="dk1"/>
                </a:solidFill>
                <a:latin typeface="Calibri"/>
                <a:ea typeface="Calibri"/>
                <a:cs typeface="Calibri"/>
                <a:sym typeface="Calibri"/>
              </a:rPr>
              <a:t>Down/upsampling blocks design</a:t>
            </a:r>
            <a:endParaRPr sz="2600" b="0" i="0" u="none" strike="noStrike" cap="none">
              <a:solidFill>
                <a:schemeClr val="dk1"/>
              </a:solidFill>
              <a:latin typeface="Calibri"/>
              <a:ea typeface="Calibri"/>
              <a:cs typeface="Calibri"/>
              <a:sym typeface="Calibri"/>
            </a:endParaRPr>
          </a:p>
          <a:p>
            <a:pPr marL="914400" marR="0" lvl="1" indent="-393700" algn="l" rtl="0">
              <a:lnSpc>
                <a:spcPct val="100000"/>
              </a:lnSpc>
              <a:spcBef>
                <a:spcPts val="0"/>
              </a:spcBef>
              <a:spcAft>
                <a:spcPts val="0"/>
              </a:spcAft>
              <a:buClr>
                <a:schemeClr val="dk1"/>
              </a:buClr>
              <a:buSzPts val="2600"/>
              <a:buFont typeface="Calibri"/>
              <a:buChar char="○"/>
            </a:pPr>
            <a:r>
              <a:rPr lang="en-US" sz="2600" b="0" i="0" u="none" strike="noStrike" cap="none">
                <a:solidFill>
                  <a:schemeClr val="dk1"/>
                </a:solidFill>
                <a:latin typeface="Calibri"/>
                <a:ea typeface="Calibri"/>
                <a:cs typeface="Calibri"/>
                <a:sym typeface="Calibri"/>
              </a:rPr>
              <a:t>Architecture for the blocks. e.g. Resnet block</a:t>
            </a:r>
            <a:endParaRPr sz="2600" b="0" i="0" u="none" strike="noStrike" cap="none">
              <a:solidFill>
                <a:schemeClr val="dk1"/>
              </a:solidFill>
              <a:latin typeface="Calibri"/>
              <a:ea typeface="Calibri"/>
              <a:cs typeface="Calibri"/>
              <a:sym typeface="Calibri"/>
            </a:endParaRPr>
          </a:p>
          <a:p>
            <a:pPr marL="914400" marR="0" lvl="1" indent="-393700" algn="l" rtl="0">
              <a:lnSpc>
                <a:spcPct val="100000"/>
              </a:lnSpc>
              <a:spcBef>
                <a:spcPts val="0"/>
              </a:spcBef>
              <a:spcAft>
                <a:spcPts val="0"/>
              </a:spcAft>
              <a:buClr>
                <a:schemeClr val="dk1"/>
              </a:buClr>
              <a:buSzPts val="2600"/>
              <a:buFont typeface="Calibri"/>
              <a:buChar char="○"/>
            </a:pPr>
            <a:r>
              <a:rPr lang="en-US" sz="2600" b="0" i="0" u="none" strike="noStrike" cap="none">
                <a:solidFill>
                  <a:schemeClr val="dk1"/>
                </a:solidFill>
                <a:latin typeface="Calibri"/>
                <a:ea typeface="Calibri"/>
                <a:cs typeface="Calibri"/>
                <a:sym typeface="Calibri"/>
              </a:rPr>
              <a:t>Self/cross attention</a:t>
            </a:r>
            <a:endParaRPr sz="2600" b="0" i="0" u="none" strike="noStrike" cap="none">
              <a:solidFill>
                <a:schemeClr val="dk1"/>
              </a:solidFill>
              <a:latin typeface="Calibri"/>
              <a:ea typeface="Calibri"/>
              <a:cs typeface="Calibri"/>
              <a:sym typeface="Calibri"/>
            </a:endParaRPr>
          </a:p>
          <a:p>
            <a:pPr marL="914400" marR="0" lvl="1" indent="-393700" algn="l" rtl="0">
              <a:lnSpc>
                <a:spcPct val="100000"/>
              </a:lnSpc>
              <a:spcBef>
                <a:spcPts val="0"/>
              </a:spcBef>
              <a:spcAft>
                <a:spcPts val="0"/>
              </a:spcAft>
              <a:buClr>
                <a:schemeClr val="dk1"/>
              </a:buClr>
              <a:buSzPts val="2600"/>
              <a:buFont typeface="Calibri"/>
              <a:buChar char="○"/>
            </a:pPr>
            <a:r>
              <a:rPr lang="en-US" sz="2600" b="0" i="0" u="none" strike="noStrike" cap="none">
                <a:solidFill>
                  <a:schemeClr val="dk1"/>
                </a:solidFill>
                <a:latin typeface="Calibri"/>
                <a:ea typeface="Calibri"/>
                <a:cs typeface="Calibri"/>
                <a:sym typeface="Calibri"/>
              </a:rPr>
              <a:t>Where to add condition</a:t>
            </a:r>
            <a:endParaRPr sz="2600" b="0" i="0" u="none" strike="noStrike" cap="none">
              <a:solidFill>
                <a:schemeClr val="dk1"/>
              </a:solidFill>
              <a:latin typeface="Calibri"/>
              <a:ea typeface="Calibri"/>
              <a:cs typeface="Calibri"/>
              <a:sym typeface="Calibri"/>
            </a:endParaRPr>
          </a:p>
          <a:p>
            <a:pPr marL="914400" marR="0" lvl="1" indent="-393700" algn="l" rtl="0">
              <a:lnSpc>
                <a:spcPct val="100000"/>
              </a:lnSpc>
              <a:spcBef>
                <a:spcPts val="0"/>
              </a:spcBef>
              <a:spcAft>
                <a:spcPts val="0"/>
              </a:spcAft>
              <a:buClr>
                <a:schemeClr val="dk1"/>
              </a:buClr>
              <a:buSzPts val="2600"/>
              <a:buFont typeface="Calibri"/>
              <a:buChar char="○"/>
            </a:pPr>
            <a:r>
              <a:rPr lang="en-US" sz="2600" b="0" i="0" u="none" strike="noStrike" cap="none">
                <a:solidFill>
                  <a:schemeClr val="dk1"/>
                </a:solidFill>
                <a:latin typeface="Calibri"/>
                <a:ea typeface="Calibri"/>
                <a:cs typeface="Calibri"/>
                <a:sym typeface="Calibri"/>
              </a:rPr>
              <a:t>other</a:t>
            </a:r>
            <a:endParaRPr sz="2600" b="0" i="0" u="none" strike="noStrike" cap="none">
              <a:solidFill>
                <a:schemeClr val="dk1"/>
              </a:solidFill>
              <a:latin typeface="Calibri"/>
              <a:ea typeface="Calibri"/>
              <a:cs typeface="Calibri"/>
              <a:sym typeface="Calibri"/>
            </a:endParaRPr>
          </a:p>
        </p:txBody>
      </p:sp>
      <p:pic>
        <p:nvPicPr>
          <p:cNvPr id="205" name="Google Shape;205;p7"/>
          <p:cNvPicPr preferRelativeResize="0"/>
          <p:nvPr/>
        </p:nvPicPr>
        <p:blipFill rotWithShape="1">
          <a:blip r:embed="rId3">
            <a:alphaModFix/>
          </a:blip>
          <a:srcRect b="19902"/>
          <a:stretch/>
        </p:blipFill>
        <p:spPr>
          <a:xfrm>
            <a:off x="6073825" y="3119775"/>
            <a:ext cx="5625074" cy="359352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g271dc8c5e98_0_256"/>
          <p:cNvSpPr/>
          <p:nvPr/>
        </p:nvSpPr>
        <p:spPr>
          <a:xfrm>
            <a:off x="1219320" y="1447920"/>
            <a:ext cx="10362000" cy="4570500"/>
          </a:xfrm>
          <a:prstGeom prst="rect">
            <a:avLst/>
          </a:prstGeom>
          <a:noFill/>
          <a:ln>
            <a:noFill/>
          </a:ln>
        </p:spPr>
        <p:txBody>
          <a:bodyPr spcFirstLastPara="1" wrap="square" lIns="90000" tIns="45000" rIns="90000" bIns="45000" anchor="t" anchorCtr="0">
            <a:noAutofit/>
          </a:bodyPr>
          <a:lstStyle/>
          <a:p>
            <a:pPr marL="457200" marR="0" lvl="0" indent="-393700" algn="l" rtl="0">
              <a:lnSpc>
                <a:spcPct val="115000"/>
              </a:lnSpc>
              <a:spcBef>
                <a:spcPts val="0"/>
              </a:spcBef>
              <a:spcAft>
                <a:spcPts val="0"/>
              </a:spcAft>
              <a:buClr>
                <a:srgbClr val="D34817"/>
              </a:buClr>
              <a:buSzPts val="2600"/>
              <a:buFont typeface="Calibri"/>
              <a:buChar char="●"/>
            </a:pPr>
            <a:r>
              <a:rPr lang="en-US" sz="2600" b="0" i="0" u="none" strike="noStrike" cap="none">
                <a:solidFill>
                  <a:srgbClr val="000000"/>
                </a:solidFill>
                <a:latin typeface="Calibri"/>
                <a:ea typeface="Calibri"/>
                <a:cs typeface="Calibri"/>
                <a:sym typeface="Calibri"/>
              </a:rPr>
              <a:t>DDPM, DDIM, etc.</a:t>
            </a:r>
            <a:endParaRPr sz="2600" b="0" i="0" u="none" strike="noStrike" cap="none">
              <a:solidFill>
                <a:srgbClr val="000000"/>
              </a:solidFill>
              <a:latin typeface="Calibri"/>
              <a:ea typeface="Calibri"/>
              <a:cs typeface="Calibri"/>
              <a:sym typeface="Calibri"/>
            </a:endParaRPr>
          </a:p>
          <a:p>
            <a:pPr marL="457200" marR="0" lvl="0" indent="-393700" algn="l" rtl="0">
              <a:lnSpc>
                <a:spcPct val="115000"/>
              </a:lnSpc>
              <a:spcBef>
                <a:spcPts val="0"/>
              </a:spcBef>
              <a:spcAft>
                <a:spcPts val="0"/>
              </a:spcAft>
              <a:buClr>
                <a:srgbClr val="D34817"/>
              </a:buClr>
              <a:buSzPts val="2600"/>
              <a:buFont typeface="Calibri"/>
              <a:buChar char="●"/>
            </a:pPr>
            <a:r>
              <a:rPr lang="en-US" sz="2600" b="0" i="0" u="none" strike="noStrike" cap="none">
                <a:solidFill>
                  <a:srgbClr val="000000"/>
                </a:solidFill>
                <a:latin typeface="Calibri"/>
                <a:ea typeface="Calibri"/>
                <a:cs typeface="Calibri"/>
                <a:sym typeface="Calibri"/>
              </a:rPr>
              <a:t>With classifier guidance (</a:t>
            </a:r>
            <a:r>
              <a:rPr lang="en-US" sz="2600" b="0" i="0" u="sng" strike="noStrike" cap="none">
                <a:solidFill>
                  <a:schemeClr val="hlink"/>
                </a:solidFill>
                <a:latin typeface="Calibri"/>
                <a:ea typeface="Calibri"/>
                <a:cs typeface="Calibri"/>
                <a:sym typeface="Calibri"/>
                <a:hlinkClick r:id="rId3"/>
              </a:rPr>
              <a:t>Diffusion models beat gans on image synthesis</a:t>
            </a:r>
            <a:r>
              <a:rPr lang="en-US" sz="2600" b="0" i="0" u="none" strike="noStrike" cap="none">
                <a:solidFill>
                  <a:srgbClr val="000000"/>
                </a:solidFill>
                <a:latin typeface="Calibri"/>
                <a:ea typeface="Calibri"/>
                <a:cs typeface="Calibri"/>
                <a:sym typeface="Calibri"/>
              </a:rPr>
              <a:t>)</a:t>
            </a:r>
            <a:endParaRPr sz="1800" b="0" i="0" u="none" strike="noStrike" cap="none">
              <a:solidFill>
                <a:srgbClr val="000000"/>
              </a:solidFill>
              <a:latin typeface="Arial"/>
              <a:ea typeface="Arial"/>
              <a:cs typeface="Arial"/>
              <a:sym typeface="Arial"/>
            </a:endParaRPr>
          </a:p>
        </p:txBody>
      </p:sp>
      <p:sp>
        <p:nvSpPr>
          <p:cNvPr id="211" name="Google Shape;211;g271dc8c5e98_0_256"/>
          <p:cNvSpPr/>
          <p:nvPr/>
        </p:nvSpPr>
        <p:spPr>
          <a:xfrm>
            <a:off x="1219320" y="274680"/>
            <a:ext cx="10362000" cy="1141500"/>
          </a:xfrm>
          <a:prstGeom prst="rect">
            <a:avLst/>
          </a:prstGeom>
          <a:noFill/>
          <a:ln>
            <a:noFill/>
          </a:ln>
        </p:spPr>
        <p:txBody>
          <a:bodyPr spcFirstLastPara="1" wrap="square" lIns="90000" tIns="45000" rIns="90000" bIns="91425" anchor="b" anchorCtr="0">
            <a:no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rgbClr val="0070C0"/>
                </a:solidFill>
                <a:latin typeface="Calibri"/>
                <a:ea typeface="Calibri"/>
                <a:cs typeface="Calibri"/>
                <a:sym typeface="Calibri"/>
              </a:rPr>
              <a:t>Choice of sampling method</a:t>
            </a:r>
            <a:endParaRPr sz="1800" b="0" i="0" u="none" strike="noStrike" cap="none">
              <a:solidFill>
                <a:srgbClr val="000000"/>
              </a:solidFill>
              <a:latin typeface="Arial"/>
              <a:ea typeface="Arial"/>
              <a:cs typeface="Arial"/>
              <a:sym typeface="Arial"/>
            </a:endParaRPr>
          </a:p>
        </p:txBody>
      </p:sp>
      <p:pic>
        <p:nvPicPr>
          <p:cNvPr id="212" name="Google Shape;212;g271dc8c5e98_0_256"/>
          <p:cNvPicPr preferRelativeResize="0"/>
          <p:nvPr/>
        </p:nvPicPr>
        <p:blipFill rotWithShape="1">
          <a:blip r:embed="rId4">
            <a:alphaModFix/>
          </a:blip>
          <a:srcRect/>
          <a:stretch/>
        </p:blipFill>
        <p:spPr>
          <a:xfrm>
            <a:off x="2692163" y="2452447"/>
            <a:ext cx="6807675" cy="4167525"/>
          </a:xfrm>
          <a:prstGeom prst="rect">
            <a:avLst/>
          </a:prstGeom>
          <a:noFill/>
          <a:ln>
            <a:noFill/>
          </a:ln>
        </p:spPr>
      </p:pic>
      <p:sp>
        <p:nvSpPr>
          <p:cNvPr id="213" name="Google Shape;213;g271dc8c5e98_0_256"/>
          <p:cNvSpPr/>
          <p:nvPr/>
        </p:nvSpPr>
        <p:spPr>
          <a:xfrm>
            <a:off x="5835725" y="3701375"/>
            <a:ext cx="632400" cy="275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 name="Google Shape;214;g271dc8c5e98_0_256"/>
          <p:cNvSpPr/>
          <p:nvPr/>
        </p:nvSpPr>
        <p:spPr>
          <a:xfrm>
            <a:off x="5187112" y="5614487"/>
            <a:ext cx="632400" cy="275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 name="Google Shape;215;g271dc8c5e98_0_256"/>
          <p:cNvSpPr txBox="1"/>
          <p:nvPr/>
        </p:nvSpPr>
        <p:spPr>
          <a:xfrm>
            <a:off x="5819500" y="3895925"/>
            <a:ext cx="46692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0000"/>
                </a:solidFill>
                <a:latin typeface="Arial"/>
                <a:ea typeface="Arial"/>
                <a:cs typeface="Arial"/>
                <a:sym typeface="Arial"/>
              </a:rPr>
              <a:t>You can include the pretrained evaluator (classifier) here</a:t>
            </a:r>
            <a:endParaRPr sz="1400" b="0" i="0" u="none" strike="noStrike" cap="none">
              <a:solidFill>
                <a:srgbClr val="FF0000"/>
              </a:solidFill>
              <a:latin typeface="Arial"/>
              <a:ea typeface="Arial"/>
              <a:cs typeface="Arial"/>
              <a:sym typeface="Arial"/>
            </a:endParaRPr>
          </a:p>
        </p:txBody>
      </p:sp>
      <p:sp>
        <p:nvSpPr>
          <p:cNvPr id="216" name="Google Shape;216;g271dc8c5e98_0_256"/>
          <p:cNvSpPr txBox="1"/>
          <p:nvPr/>
        </p:nvSpPr>
        <p:spPr>
          <a:xfrm>
            <a:off x="5778975" y="5552225"/>
            <a:ext cx="46692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0000"/>
                </a:solidFill>
                <a:latin typeface="Arial"/>
                <a:ea typeface="Arial"/>
                <a:cs typeface="Arial"/>
                <a:sym typeface="Arial"/>
              </a:rPr>
              <a:t>You can include the pretrained evaluator (classifier) here</a:t>
            </a:r>
            <a:endParaRPr sz="1400" b="0" i="0" u="none" strike="noStrike" cap="none">
              <a:solidFill>
                <a:srgbClr val="FF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g271dc8c5e98_0_307"/>
          <p:cNvSpPr/>
          <p:nvPr/>
        </p:nvSpPr>
        <p:spPr>
          <a:xfrm>
            <a:off x="1219320" y="274680"/>
            <a:ext cx="10362000" cy="1141500"/>
          </a:xfrm>
          <a:prstGeom prst="rect">
            <a:avLst/>
          </a:prstGeom>
          <a:noFill/>
          <a:ln>
            <a:noFill/>
          </a:ln>
        </p:spPr>
        <p:txBody>
          <a:bodyPr spcFirstLastPara="1" wrap="square" lIns="90000" tIns="45000" rIns="90000" bIns="91425" anchor="b" anchorCtr="0">
            <a:no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rgbClr val="0070C0"/>
                </a:solidFill>
                <a:latin typeface="Calibri"/>
                <a:ea typeface="Calibri"/>
                <a:cs typeface="Calibri"/>
                <a:sym typeface="Calibri"/>
              </a:rPr>
              <a:t>Simple suggestions (in the other PDF)</a:t>
            </a:r>
            <a:endParaRPr sz="1800" b="0" i="0" u="none" strike="noStrike" cap="none">
              <a:solidFill>
                <a:srgbClr val="000000"/>
              </a:solidFill>
              <a:latin typeface="Arial"/>
              <a:ea typeface="Arial"/>
              <a:cs typeface="Arial"/>
              <a:sym typeface="Arial"/>
            </a:endParaRPr>
          </a:p>
        </p:txBody>
      </p:sp>
      <p:sp>
        <p:nvSpPr>
          <p:cNvPr id="222" name="Google Shape;222;g271dc8c5e98_0_307"/>
          <p:cNvSpPr txBox="1"/>
          <p:nvPr/>
        </p:nvSpPr>
        <p:spPr>
          <a:xfrm>
            <a:off x="1626150" y="2166900"/>
            <a:ext cx="8939700" cy="2524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US" sz="1900" b="0" i="0" u="none" strike="noStrike" cap="none">
                <a:solidFill>
                  <a:srgbClr val="FF0000"/>
                </a:solidFill>
                <a:latin typeface="Arial"/>
                <a:ea typeface="Arial"/>
                <a:cs typeface="Arial"/>
                <a:sym typeface="Arial"/>
              </a:rPr>
              <a:t>●</a:t>
            </a:r>
            <a:r>
              <a:rPr lang="en-US" sz="1900" b="0" i="0" u="none" strike="noStrike" cap="none">
                <a:solidFill>
                  <a:srgbClr val="000000"/>
                </a:solidFill>
                <a:latin typeface="Arial"/>
                <a:ea typeface="Arial"/>
                <a:cs typeface="Arial"/>
                <a:sym typeface="Arial"/>
              </a:rPr>
              <a:t>	</a:t>
            </a:r>
            <a:r>
              <a:rPr lang="en-US" sz="1900" b="0" i="0" u="sng" strike="noStrike" cap="none">
                <a:solidFill>
                  <a:schemeClr val="hlink"/>
                </a:solidFill>
                <a:latin typeface="Arial"/>
                <a:ea typeface="Arial"/>
                <a:cs typeface="Arial"/>
                <a:sym typeface="Arial"/>
                <a:hlinkClick r:id="rId3"/>
              </a:rPr>
              <a:t>Denoising Diffusion Probabilistic Models</a:t>
            </a:r>
            <a:r>
              <a:rPr lang="en-US" sz="1900" b="0" i="0" u="none" strike="noStrike" cap="none">
                <a:solidFill>
                  <a:srgbClr val="000000"/>
                </a:solidFill>
                <a:latin typeface="Arial"/>
                <a:ea typeface="Arial"/>
                <a:cs typeface="Arial"/>
                <a:sym typeface="Arial"/>
              </a:rPr>
              <a:t> </a:t>
            </a:r>
            <a:endParaRPr sz="19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900"/>
              <a:buFont typeface="Arial"/>
              <a:buNone/>
            </a:pPr>
            <a:r>
              <a:rPr lang="en-US" sz="1900" b="0" i="0" u="none" strike="noStrike" cap="none">
                <a:solidFill>
                  <a:srgbClr val="FF0000"/>
                </a:solidFill>
                <a:latin typeface="Arial"/>
                <a:ea typeface="Arial"/>
                <a:cs typeface="Arial"/>
                <a:sym typeface="Arial"/>
              </a:rPr>
              <a:t>●</a:t>
            </a:r>
            <a:r>
              <a:rPr lang="en-US" sz="1900" b="0" i="0" u="none" strike="noStrike" cap="none">
                <a:solidFill>
                  <a:srgbClr val="000000"/>
                </a:solidFill>
                <a:latin typeface="Arial"/>
                <a:ea typeface="Arial"/>
                <a:cs typeface="Arial"/>
                <a:sym typeface="Arial"/>
              </a:rPr>
              <a:t>	</a:t>
            </a:r>
            <a:r>
              <a:rPr lang="en-US" sz="1900" b="0" i="0" u="sng" strike="noStrike" cap="none">
                <a:solidFill>
                  <a:schemeClr val="hlink"/>
                </a:solidFill>
                <a:latin typeface="Arial"/>
                <a:ea typeface="Arial"/>
                <a:cs typeface="Arial"/>
                <a:sym typeface="Arial"/>
                <a:hlinkClick r:id="rId4"/>
              </a:rPr>
              <a:t>Hugging Face Diffusion Models Course</a:t>
            </a:r>
            <a:r>
              <a:rPr lang="en-US" sz="1900" b="0" i="0" u="none" strike="noStrike" cap="none">
                <a:solidFill>
                  <a:srgbClr val="000000"/>
                </a:solidFill>
                <a:latin typeface="Arial"/>
                <a:ea typeface="Arial"/>
                <a:cs typeface="Arial"/>
                <a:sym typeface="Arial"/>
              </a:rPr>
              <a:t> </a:t>
            </a:r>
            <a:endParaRPr sz="19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900"/>
              <a:buFont typeface="Arial"/>
              <a:buNone/>
            </a:pPr>
            <a:r>
              <a:rPr lang="en-US" sz="1900" b="0" i="0" u="none" strike="noStrike" cap="none">
                <a:solidFill>
                  <a:srgbClr val="000000"/>
                </a:solidFill>
                <a:latin typeface="Arial"/>
                <a:ea typeface="Arial"/>
                <a:cs typeface="Arial"/>
                <a:sym typeface="Arial"/>
              </a:rPr>
              <a:t>The Hugging Face Diffuser library offers comprehensive functionality to help you implement various diffusion model architectures, scheduling methods, sampling types, reparameterizations, etc. You can refer to the tutorial linked above to design your diffusion model for this lab. </a:t>
            </a:r>
            <a:endParaRPr sz="19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g271dc8c5e98_0_301"/>
          <p:cNvSpPr txBox="1">
            <a:spLocks noGrp="1"/>
          </p:cNvSpPr>
          <p:nvPr>
            <p:ph type="ctrTitle"/>
          </p:nvPr>
        </p:nvSpPr>
        <p:spPr>
          <a:xfrm>
            <a:off x="239349" y="1988840"/>
            <a:ext cx="11809200" cy="1470000"/>
          </a:xfrm>
          <a:prstGeom prst="rect">
            <a:avLst/>
          </a:prstGeom>
          <a:noFill/>
          <a:ln>
            <a:noFill/>
          </a:ln>
        </p:spPr>
        <p:txBody>
          <a:bodyPr spcFirstLastPara="1" wrap="square" lIns="91425" tIns="45700" rIns="91425" bIns="91425" anchor="b" anchorCtr="0">
            <a:normAutofit/>
          </a:bodyPr>
          <a:lstStyle/>
          <a:p>
            <a:pPr marL="0" lvl="0" indent="0" algn="ctr" rtl="0">
              <a:lnSpc>
                <a:spcPct val="100000"/>
              </a:lnSpc>
              <a:spcBef>
                <a:spcPts val="0"/>
              </a:spcBef>
              <a:spcAft>
                <a:spcPts val="0"/>
              </a:spcAft>
              <a:buClr>
                <a:srgbClr val="0070C0"/>
              </a:buClr>
              <a:buSzPts val="3600"/>
              <a:buFont typeface="Calibri"/>
              <a:buNone/>
            </a:pPr>
            <a:r>
              <a:rPr lang="en-US" b="1">
                <a:solidFill>
                  <a:srgbClr val="0070C0"/>
                </a:solidFill>
                <a:latin typeface="Calibri"/>
                <a:ea typeface="Calibri"/>
                <a:cs typeface="Calibri"/>
                <a:sym typeface="Calibri"/>
              </a:rPr>
              <a:t>Scoring criteria</a:t>
            </a:r>
            <a:endParaRPr b="1">
              <a:solidFill>
                <a:srgbClr val="0070C0"/>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g27feb24d4d9_0_14"/>
          <p:cNvSpPr/>
          <p:nvPr/>
        </p:nvSpPr>
        <p:spPr>
          <a:xfrm>
            <a:off x="1219320" y="274680"/>
            <a:ext cx="10362000" cy="1141500"/>
          </a:xfrm>
          <a:prstGeom prst="rect">
            <a:avLst/>
          </a:prstGeom>
          <a:noFill/>
          <a:ln>
            <a:noFill/>
          </a:ln>
        </p:spPr>
        <p:txBody>
          <a:bodyPr spcFirstLastPara="1" wrap="square" lIns="90000" tIns="45000" rIns="90000" bIns="91425" anchor="b" anchorCtr="0">
            <a:no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rgbClr val="0070C0"/>
                </a:solidFill>
                <a:latin typeface="Calibri"/>
                <a:ea typeface="Calibri"/>
                <a:cs typeface="Calibri"/>
                <a:sym typeface="Calibri"/>
              </a:rPr>
              <a:t>Scoring criteria</a:t>
            </a:r>
            <a:endParaRPr sz="1800" b="0" i="0" u="none" strike="noStrike" cap="none">
              <a:solidFill>
                <a:srgbClr val="000000"/>
              </a:solidFill>
              <a:latin typeface="Arial"/>
              <a:ea typeface="Arial"/>
              <a:cs typeface="Arial"/>
              <a:sym typeface="Arial"/>
            </a:endParaRPr>
          </a:p>
        </p:txBody>
      </p:sp>
      <p:sp>
        <p:nvSpPr>
          <p:cNvPr id="234" name="Google Shape;234;g27feb24d4d9_0_14"/>
          <p:cNvSpPr/>
          <p:nvPr/>
        </p:nvSpPr>
        <p:spPr>
          <a:xfrm>
            <a:off x="1219320" y="1447920"/>
            <a:ext cx="10362000" cy="4570500"/>
          </a:xfrm>
          <a:prstGeom prst="rect">
            <a:avLst/>
          </a:prstGeom>
          <a:noFill/>
          <a:ln>
            <a:noFill/>
          </a:ln>
        </p:spPr>
        <p:txBody>
          <a:bodyPr spcFirstLastPara="1" wrap="square" lIns="90000" tIns="45000" rIns="90000" bIns="45000" anchor="t" anchorCtr="0">
            <a:noAutofit/>
          </a:bodyPr>
          <a:lstStyle/>
          <a:p>
            <a:pPr marL="457200" marR="0" lvl="0" indent="-393700" algn="l" rtl="0">
              <a:lnSpc>
                <a:spcPct val="115000"/>
              </a:lnSpc>
              <a:spcBef>
                <a:spcPts val="0"/>
              </a:spcBef>
              <a:spcAft>
                <a:spcPts val="0"/>
              </a:spcAft>
              <a:buClr>
                <a:srgbClr val="D34817"/>
              </a:buClr>
              <a:buSzPts val="2600"/>
              <a:buFont typeface="Calibri"/>
              <a:buChar char="●"/>
            </a:pPr>
            <a:r>
              <a:rPr lang="en-US" sz="2600" b="0" i="0" u="none" strike="noStrike" cap="none" dirty="0">
                <a:solidFill>
                  <a:srgbClr val="000000"/>
                </a:solidFill>
                <a:latin typeface="Calibri"/>
                <a:ea typeface="Calibri"/>
                <a:cs typeface="Calibri"/>
                <a:sym typeface="Calibri"/>
              </a:rPr>
              <a:t>Report (60%)</a:t>
            </a:r>
            <a:endParaRPr sz="1800" b="0" i="0" u="none" strike="noStrike" cap="none" dirty="0">
              <a:solidFill>
                <a:srgbClr val="000000"/>
              </a:solidFill>
              <a:latin typeface="Arial"/>
              <a:ea typeface="Arial"/>
              <a:cs typeface="Arial"/>
              <a:sym typeface="Arial"/>
            </a:endParaRPr>
          </a:p>
          <a:p>
            <a:pPr marL="914400" marR="0" lvl="1" indent="-381000" algn="l" rtl="0">
              <a:lnSpc>
                <a:spcPct val="115000"/>
              </a:lnSpc>
              <a:spcBef>
                <a:spcPts val="0"/>
              </a:spcBef>
              <a:spcAft>
                <a:spcPts val="0"/>
              </a:spcAft>
              <a:buClr>
                <a:srgbClr val="000000"/>
              </a:buClr>
              <a:buSzPts val="2400"/>
              <a:buFont typeface="Calibri"/>
              <a:buChar char="○"/>
            </a:pPr>
            <a:r>
              <a:rPr lang="en-US" sz="2400" b="0" i="0" u="none" strike="noStrike" cap="none" dirty="0">
                <a:solidFill>
                  <a:srgbClr val="000000"/>
                </a:solidFill>
                <a:latin typeface="Calibri"/>
                <a:ea typeface="Calibri"/>
                <a:cs typeface="Calibri"/>
                <a:sym typeface="Calibri"/>
              </a:rPr>
              <a:t>Introduction (5%)</a:t>
            </a:r>
            <a:endParaRPr sz="2400" b="0" i="0" u="none" strike="noStrike" cap="none" dirty="0">
              <a:solidFill>
                <a:srgbClr val="000000"/>
              </a:solidFill>
              <a:latin typeface="Calibri"/>
              <a:ea typeface="Calibri"/>
              <a:cs typeface="Calibri"/>
              <a:sym typeface="Calibri"/>
            </a:endParaRPr>
          </a:p>
          <a:p>
            <a:pPr marL="914400" marR="0" lvl="1" indent="-381000" algn="l" rtl="0">
              <a:lnSpc>
                <a:spcPct val="115000"/>
              </a:lnSpc>
              <a:spcBef>
                <a:spcPts val="0"/>
              </a:spcBef>
              <a:spcAft>
                <a:spcPts val="0"/>
              </a:spcAft>
              <a:buClr>
                <a:srgbClr val="000000"/>
              </a:buClr>
              <a:buSzPts val="2400"/>
              <a:buFont typeface="Calibri"/>
              <a:buChar char="○"/>
            </a:pPr>
            <a:r>
              <a:rPr lang="en-US" sz="2400" b="0" i="0" u="none" strike="noStrike" cap="none" dirty="0">
                <a:solidFill>
                  <a:srgbClr val="000000"/>
                </a:solidFill>
                <a:latin typeface="Calibri"/>
                <a:ea typeface="Calibri"/>
                <a:cs typeface="Calibri"/>
                <a:sym typeface="Calibri"/>
              </a:rPr>
              <a:t>Implementation details (30%)</a:t>
            </a:r>
            <a:endParaRPr sz="1400" b="0" i="0" u="none" strike="noStrike" cap="none" dirty="0">
              <a:solidFill>
                <a:srgbClr val="000000"/>
              </a:solidFill>
              <a:latin typeface="Arial"/>
              <a:ea typeface="Arial"/>
              <a:cs typeface="Arial"/>
              <a:sym typeface="Arial"/>
            </a:endParaRPr>
          </a:p>
          <a:p>
            <a:pPr marL="1371600" marR="0" lvl="2" indent="-381000" algn="l" rtl="0">
              <a:lnSpc>
                <a:spcPct val="115000"/>
              </a:lnSpc>
              <a:spcBef>
                <a:spcPts val="0"/>
              </a:spcBef>
              <a:spcAft>
                <a:spcPts val="0"/>
              </a:spcAft>
              <a:buClr>
                <a:srgbClr val="000000"/>
              </a:buClr>
              <a:buSzPts val="2400"/>
              <a:buFont typeface="Calibri"/>
              <a:buChar char="■"/>
            </a:pPr>
            <a:r>
              <a:rPr lang="en-US" sz="2400" b="0" i="0" u="none" strike="noStrike" cap="none" dirty="0">
                <a:solidFill>
                  <a:srgbClr val="000000"/>
                </a:solidFill>
                <a:latin typeface="Calibri"/>
                <a:ea typeface="Calibri"/>
                <a:cs typeface="Calibri"/>
                <a:sym typeface="Calibri"/>
              </a:rPr>
              <a:t>Describe how you implement your model, what is this step, including your choice of DDPM, noise schedule.</a:t>
            </a:r>
            <a:endParaRPr sz="2400" b="0" i="0" u="none" strike="noStrike" cap="none" dirty="0">
              <a:solidFill>
                <a:srgbClr val="000000"/>
              </a:solidFill>
              <a:latin typeface="Calibri"/>
              <a:ea typeface="Calibri"/>
              <a:cs typeface="Calibri"/>
              <a:sym typeface="Calibri"/>
            </a:endParaRPr>
          </a:p>
          <a:p>
            <a:pPr marL="1371600" marR="0" lvl="0" indent="0" algn="l" rtl="0">
              <a:lnSpc>
                <a:spcPct val="115000"/>
              </a:lnSpc>
              <a:spcBef>
                <a:spcPts val="0"/>
              </a:spcBef>
              <a:spcAft>
                <a:spcPts val="0"/>
              </a:spcAft>
              <a:buClr>
                <a:srgbClr val="000000"/>
              </a:buClr>
              <a:buSzPts val="2400"/>
              <a:buFont typeface="Arial"/>
              <a:buNone/>
            </a:pPr>
            <a:r>
              <a:rPr lang="en-US" sz="2400" b="0" i="0" u="none" strike="noStrike" cap="none" dirty="0">
                <a:solidFill>
                  <a:srgbClr val="000000"/>
                </a:solidFill>
                <a:latin typeface="Calibri"/>
                <a:ea typeface="Calibri"/>
                <a:cs typeface="Calibri"/>
                <a:sym typeface="Calibri"/>
              </a:rPr>
              <a:t>(</a:t>
            </a:r>
            <a:r>
              <a:rPr lang="en-US" sz="2400" b="0" i="0" u="none" strike="noStrike" cap="none" dirty="0">
                <a:solidFill>
                  <a:srgbClr val="FF0000"/>
                </a:solidFill>
                <a:latin typeface="Calibri"/>
                <a:ea typeface="Calibri"/>
                <a:cs typeface="Calibri"/>
                <a:sym typeface="Calibri"/>
              </a:rPr>
              <a:t>Please write in detail.</a:t>
            </a:r>
            <a:r>
              <a:rPr lang="en-US" sz="2400" b="0" i="0" u="none" strike="noStrike" cap="none" dirty="0">
                <a:solidFill>
                  <a:srgbClr val="000000"/>
                </a:solidFill>
                <a:latin typeface="Calibri"/>
                <a:ea typeface="Calibri"/>
                <a:cs typeface="Calibri"/>
                <a:sym typeface="Calibri"/>
              </a:rPr>
              <a:t>)</a:t>
            </a:r>
            <a:endParaRPr sz="2400" b="0" i="0" u="none" strike="noStrike" cap="none" dirty="0">
              <a:solidFill>
                <a:srgbClr val="000000"/>
              </a:solidFill>
              <a:latin typeface="Calibri"/>
              <a:ea typeface="Calibri"/>
              <a:cs typeface="Calibri"/>
              <a:sym typeface="Calibri"/>
            </a:endParaRPr>
          </a:p>
          <a:p>
            <a:pPr marL="914400" marR="0" lvl="1" indent="-381000" algn="l" rtl="0">
              <a:lnSpc>
                <a:spcPct val="115000"/>
              </a:lnSpc>
              <a:spcBef>
                <a:spcPts val="0"/>
              </a:spcBef>
              <a:spcAft>
                <a:spcPts val="0"/>
              </a:spcAft>
              <a:buClr>
                <a:srgbClr val="000000"/>
              </a:buClr>
              <a:buSzPts val="2400"/>
              <a:buFont typeface="Calibri"/>
              <a:buChar char="○"/>
            </a:pPr>
            <a:r>
              <a:rPr lang="en-US" sz="2400" b="0" i="0" u="none" strike="noStrike" cap="none" dirty="0">
                <a:solidFill>
                  <a:srgbClr val="000000"/>
                </a:solidFill>
                <a:latin typeface="Calibri"/>
                <a:ea typeface="Calibri"/>
                <a:cs typeface="Calibri"/>
                <a:sym typeface="Calibri"/>
              </a:rPr>
              <a:t>Results and </a:t>
            </a:r>
            <a:r>
              <a:rPr lang="en-US" sz="2400" b="0" i="0" u="none" strike="noStrike" cap="none">
                <a:solidFill>
                  <a:srgbClr val="000000"/>
                </a:solidFill>
                <a:latin typeface="Calibri"/>
                <a:ea typeface="Calibri"/>
                <a:cs typeface="Calibri"/>
                <a:sym typeface="Calibri"/>
              </a:rPr>
              <a:t>discussion (</a:t>
            </a:r>
            <a:r>
              <a:rPr lang="en-US" sz="2400">
                <a:latin typeface="Calibri"/>
                <a:ea typeface="Calibri"/>
                <a:cs typeface="Calibri"/>
                <a:sym typeface="Calibri"/>
              </a:rPr>
              <a:t>25</a:t>
            </a:r>
            <a:r>
              <a:rPr lang="en-US" sz="2400" b="0" i="0" u="none" strike="noStrike" cap="none">
                <a:solidFill>
                  <a:srgbClr val="000000"/>
                </a:solidFill>
                <a:latin typeface="Calibri"/>
                <a:ea typeface="Calibri"/>
                <a:cs typeface="Calibri"/>
                <a:sym typeface="Calibri"/>
              </a:rPr>
              <a:t>%)</a:t>
            </a:r>
            <a:endParaRPr sz="2400" b="0" i="0" u="none" strike="noStrike" cap="none" dirty="0">
              <a:solidFill>
                <a:srgbClr val="000000"/>
              </a:solidFill>
              <a:latin typeface="Calibri"/>
              <a:ea typeface="Calibri"/>
              <a:cs typeface="Calibri"/>
              <a:sym typeface="Calibri"/>
            </a:endParaRPr>
          </a:p>
          <a:p>
            <a:pPr marL="1371600" marR="0" lvl="2" indent="-381000" algn="l" rtl="0">
              <a:lnSpc>
                <a:spcPct val="115000"/>
              </a:lnSpc>
              <a:spcBef>
                <a:spcPts val="0"/>
              </a:spcBef>
              <a:spcAft>
                <a:spcPts val="0"/>
              </a:spcAft>
              <a:buClr>
                <a:srgbClr val="000000"/>
              </a:buClr>
              <a:buSzPts val="2400"/>
              <a:buFont typeface="Calibri"/>
              <a:buChar char="■"/>
            </a:pPr>
            <a:r>
              <a:rPr lang="en-US" sz="2400" b="0" i="0" u="none" strike="noStrike" cap="none" dirty="0">
                <a:solidFill>
                  <a:srgbClr val="000000"/>
                </a:solidFill>
                <a:latin typeface="Calibri"/>
                <a:ea typeface="Calibri"/>
                <a:cs typeface="Calibri"/>
                <a:sym typeface="Calibri"/>
              </a:rPr>
              <a:t>Show your synthetic image grids and save images (</a:t>
            </a:r>
            <a:r>
              <a:rPr lang="en-US" sz="2400" dirty="0">
                <a:latin typeface="Calibri"/>
                <a:ea typeface="Calibri"/>
                <a:cs typeface="Calibri"/>
                <a:sym typeface="Calibri"/>
              </a:rPr>
              <a:t>6</a:t>
            </a:r>
            <a:r>
              <a:rPr lang="en-US" sz="2400" b="0" i="0" u="none" strike="noStrike" cap="none" dirty="0">
                <a:solidFill>
                  <a:srgbClr val="000000"/>
                </a:solidFill>
                <a:latin typeface="Calibri"/>
                <a:ea typeface="Calibri"/>
                <a:cs typeface="Calibri"/>
                <a:sym typeface="Calibri"/>
              </a:rPr>
              <a:t>%: </a:t>
            </a:r>
            <a:r>
              <a:rPr lang="en-US" sz="2400" dirty="0">
                <a:latin typeface="Calibri"/>
                <a:ea typeface="Calibri"/>
                <a:cs typeface="Calibri"/>
                <a:sym typeface="Calibri"/>
              </a:rPr>
              <a:t>3</a:t>
            </a:r>
            <a:r>
              <a:rPr lang="en-US" sz="2400" b="0" i="0" u="none" strike="noStrike" cap="none" dirty="0">
                <a:solidFill>
                  <a:srgbClr val="000000"/>
                </a:solidFill>
                <a:latin typeface="Calibri"/>
                <a:ea typeface="Calibri"/>
                <a:cs typeface="Calibri"/>
                <a:sym typeface="Calibri"/>
              </a:rPr>
              <a:t>% * 2 testing data) and a denoising process image (4%) </a:t>
            </a:r>
            <a:endParaRPr sz="2400" b="0" i="0" u="none" strike="noStrike" cap="none" dirty="0">
              <a:solidFill>
                <a:srgbClr val="000000"/>
              </a:solidFill>
              <a:latin typeface="Calibri"/>
              <a:ea typeface="Calibri"/>
              <a:cs typeface="Calibri"/>
              <a:sym typeface="Calibri"/>
            </a:endParaRPr>
          </a:p>
          <a:p>
            <a:pPr marL="1371600" marR="0" lvl="2" indent="-381000" algn="l" rtl="0">
              <a:lnSpc>
                <a:spcPct val="115000"/>
              </a:lnSpc>
              <a:spcBef>
                <a:spcPts val="0"/>
              </a:spcBef>
              <a:spcAft>
                <a:spcPts val="0"/>
              </a:spcAft>
              <a:buClr>
                <a:srgbClr val="000000"/>
              </a:buClr>
              <a:buSzPts val="2400"/>
              <a:buFont typeface="Calibri"/>
              <a:buChar char="■"/>
            </a:pPr>
            <a:r>
              <a:rPr lang="en-US" sz="2400" b="0" i="0" u="none" strike="noStrike" cap="none" dirty="0">
                <a:solidFill>
                  <a:srgbClr val="000000"/>
                </a:solidFill>
                <a:latin typeface="Calibri"/>
                <a:ea typeface="Calibri"/>
                <a:cs typeface="Calibri"/>
                <a:sym typeface="Calibri"/>
              </a:rPr>
              <a:t>Discussion of your extra implementations or experiments (15%) </a:t>
            </a:r>
            <a:endParaRPr sz="2400" b="0" i="0" u="none" strike="noStrike" cap="none" dirty="0">
              <a:solidFill>
                <a:srgbClr val="0000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14"/>
          <p:cNvSpPr/>
          <p:nvPr/>
        </p:nvSpPr>
        <p:spPr>
          <a:xfrm>
            <a:off x="1219320" y="274680"/>
            <a:ext cx="10361880" cy="1141560"/>
          </a:xfrm>
          <a:prstGeom prst="rect">
            <a:avLst/>
          </a:prstGeom>
          <a:noFill/>
          <a:ln>
            <a:noFill/>
          </a:ln>
        </p:spPr>
        <p:txBody>
          <a:bodyPr spcFirstLastPara="1" wrap="square" lIns="90000" tIns="45000" rIns="90000" bIns="91425" anchor="b" anchorCtr="0">
            <a:no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rgbClr val="0070C0"/>
                </a:solidFill>
                <a:latin typeface="Calibri"/>
                <a:ea typeface="Calibri"/>
                <a:cs typeface="Calibri"/>
                <a:sym typeface="Calibri"/>
              </a:rPr>
              <a:t>Scoring criteria</a:t>
            </a:r>
            <a:endParaRPr sz="1800" b="0" i="0" u="none" strike="noStrike" cap="none">
              <a:solidFill>
                <a:srgbClr val="000000"/>
              </a:solidFill>
              <a:latin typeface="Arial"/>
              <a:ea typeface="Arial"/>
              <a:cs typeface="Arial"/>
              <a:sym typeface="Arial"/>
            </a:endParaRPr>
          </a:p>
        </p:txBody>
      </p:sp>
      <p:sp>
        <p:nvSpPr>
          <p:cNvPr id="241" name="Google Shape;241;p14"/>
          <p:cNvSpPr/>
          <p:nvPr/>
        </p:nvSpPr>
        <p:spPr>
          <a:xfrm>
            <a:off x="1219320" y="1447920"/>
            <a:ext cx="10361880" cy="4570560"/>
          </a:xfrm>
          <a:prstGeom prst="rect">
            <a:avLst/>
          </a:prstGeom>
          <a:noFill/>
          <a:ln>
            <a:noFill/>
          </a:ln>
        </p:spPr>
        <p:txBody>
          <a:bodyPr spcFirstLastPara="1" wrap="square" lIns="90000" tIns="45000" rIns="90000" bIns="45000" anchor="t" anchorCtr="0">
            <a:noAutofit/>
          </a:bodyPr>
          <a:lstStyle/>
          <a:p>
            <a:pPr marL="457200" marR="0" lvl="0" indent="-393700" algn="l" rtl="0">
              <a:lnSpc>
                <a:spcPct val="115000"/>
              </a:lnSpc>
              <a:spcBef>
                <a:spcPts val="0"/>
              </a:spcBef>
              <a:spcAft>
                <a:spcPts val="0"/>
              </a:spcAft>
              <a:buClr>
                <a:srgbClr val="D34817"/>
              </a:buClr>
              <a:buSzPts val="2600"/>
              <a:buFont typeface="Calibri"/>
              <a:buChar char="●"/>
            </a:pPr>
            <a:r>
              <a:rPr lang="en-US" sz="2600" b="0" i="0" u="none" strike="noStrike" cap="none">
                <a:solidFill>
                  <a:srgbClr val="000000"/>
                </a:solidFill>
                <a:latin typeface="Calibri"/>
                <a:ea typeface="Calibri"/>
                <a:cs typeface="Calibri"/>
                <a:sym typeface="Calibri"/>
              </a:rPr>
              <a:t>Result (40%) (based on results shown in your report)</a:t>
            </a:r>
            <a:endParaRPr sz="2600" b="0" i="0" u="none" strike="noStrike" cap="none">
              <a:solidFill>
                <a:srgbClr val="000000"/>
              </a:solidFill>
              <a:latin typeface="Calibri"/>
              <a:ea typeface="Calibri"/>
              <a:cs typeface="Calibri"/>
              <a:sym typeface="Calibri"/>
            </a:endParaRPr>
          </a:p>
          <a:p>
            <a:pPr marL="914400" marR="0" lvl="1" indent="-381000" algn="l" rtl="0">
              <a:lnSpc>
                <a:spcPct val="115000"/>
              </a:lnSpc>
              <a:spcBef>
                <a:spcPts val="0"/>
              </a:spcBef>
              <a:spcAft>
                <a:spcPts val="0"/>
              </a:spcAft>
              <a:buClr>
                <a:srgbClr val="000000"/>
              </a:buClr>
              <a:buSzPts val="2400"/>
              <a:buFont typeface="Calibri"/>
              <a:buChar char="○"/>
            </a:pPr>
            <a:r>
              <a:rPr lang="en-US" sz="2400" b="0" i="0" u="none" strike="noStrike" cap="none">
                <a:solidFill>
                  <a:srgbClr val="000000"/>
                </a:solidFill>
                <a:latin typeface="Calibri"/>
                <a:ea typeface="Calibri"/>
                <a:cs typeface="Calibri"/>
                <a:sym typeface="Calibri"/>
              </a:rPr>
              <a:t>Classification accuracy on test.json and new_test.json.</a:t>
            </a:r>
            <a:endParaRPr sz="2400" b="0" i="0" u="none" strike="noStrike" cap="none">
              <a:solidFill>
                <a:srgbClr val="000000"/>
              </a:solidFill>
              <a:latin typeface="Calibri"/>
              <a:ea typeface="Calibri"/>
              <a:cs typeface="Calibri"/>
              <a:sym typeface="Calibri"/>
            </a:endParaRPr>
          </a:p>
          <a:p>
            <a:pPr marL="914400" marR="0" lvl="1" indent="-381000" algn="l" rtl="0">
              <a:lnSpc>
                <a:spcPct val="115000"/>
              </a:lnSpc>
              <a:spcBef>
                <a:spcPts val="0"/>
              </a:spcBef>
              <a:spcAft>
                <a:spcPts val="0"/>
              </a:spcAft>
              <a:buClr>
                <a:srgbClr val="000000"/>
              </a:buClr>
              <a:buSzPts val="2400"/>
              <a:buFont typeface="Calibri"/>
              <a:buChar char="○"/>
            </a:pPr>
            <a:r>
              <a:rPr lang="en-US" sz="2400" b="0" i="0" u="none" strike="noStrike" cap="none">
                <a:solidFill>
                  <a:srgbClr val="000000"/>
                </a:solidFill>
                <a:latin typeface="Calibri"/>
                <a:ea typeface="Calibri"/>
                <a:cs typeface="Calibri"/>
                <a:sym typeface="Calibri"/>
              </a:rPr>
              <a:t>Show your accuracy screenshots.</a:t>
            </a:r>
            <a:endParaRPr sz="2400" b="0" i="0" u="none" strike="noStrike" cap="none">
              <a:solidFill>
                <a:srgbClr val="000000"/>
              </a:solidFill>
              <a:latin typeface="Calibri"/>
              <a:ea typeface="Calibri"/>
              <a:cs typeface="Calibri"/>
              <a:sym typeface="Calibri"/>
            </a:endParaRPr>
          </a:p>
          <a:p>
            <a:pPr marL="914400" marR="0" lvl="1" indent="-381000" algn="l" rtl="0">
              <a:lnSpc>
                <a:spcPct val="115000"/>
              </a:lnSpc>
              <a:spcBef>
                <a:spcPts val="0"/>
              </a:spcBef>
              <a:spcAft>
                <a:spcPts val="0"/>
              </a:spcAft>
              <a:buClr>
                <a:srgbClr val="000000"/>
              </a:buClr>
              <a:buSzPts val="2400"/>
              <a:buFont typeface="Calibri"/>
              <a:buChar char="○"/>
            </a:pPr>
            <a:r>
              <a:rPr lang="en-US" sz="2400" b="0" i="0" u="none" strike="noStrike" cap="none">
                <a:solidFill>
                  <a:srgbClr val="000000"/>
                </a:solidFill>
                <a:latin typeface="Calibri"/>
                <a:ea typeface="Calibri"/>
                <a:cs typeface="Calibri"/>
                <a:sym typeface="Calibri"/>
              </a:rPr>
              <a:t>20% * 2 testing data</a:t>
            </a:r>
            <a:endParaRPr sz="1800" b="0" i="0" u="none" strike="noStrike" cap="none">
              <a:solidFill>
                <a:srgbClr val="000000"/>
              </a:solidFill>
              <a:latin typeface="Calibri"/>
              <a:ea typeface="Calibri"/>
              <a:cs typeface="Calibri"/>
              <a:sym typeface="Calibri"/>
            </a:endParaRPr>
          </a:p>
        </p:txBody>
      </p:sp>
      <p:pic>
        <p:nvPicPr>
          <p:cNvPr id="242" name="Google Shape;242;p14"/>
          <p:cNvPicPr preferRelativeResize="0"/>
          <p:nvPr/>
        </p:nvPicPr>
        <p:blipFill rotWithShape="1">
          <a:blip r:embed="rId3">
            <a:alphaModFix/>
          </a:blip>
          <a:srcRect/>
          <a:stretch/>
        </p:blipFill>
        <p:spPr>
          <a:xfrm>
            <a:off x="6920325" y="3142600"/>
            <a:ext cx="4204475" cy="28758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13"/>
          <p:cNvSpPr/>
          <p:nvPr/>
        </p:nvSpPr>
        <p:spPr>
          <a:xfrm>
            <a:off x="1219320" y="274680"/>
            <a:ext cx="10361880" cy="1141560"/>
          </a:xfrm>
          <a:prstGeom prst="rect">
            <a:avLst/>
          </a:prstGeom>
          <a:noFill/>
          <a:ln>
            <a:noFill/>
          </a:ln>
        </p:spPr>
        <p:txBody>
          <a:bodyPr spcFirstLastPara="1" wrap="square" lIns="90000" tIns="45000" rIns="90000" bIns="91425" anchor="b" anchorCtr="0">
            <a:no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rgbClr val="0070C0"/>
                </a:solidFill>
                <a:latin typeface="Calibri"/>
                <a:ea typeface="Calibri"/>
                <a:cs typeface="Calibri"/>
                <a:sym typeface="Calibri"/>
              </a:rPr>
              <a:t>Save Images</a:t>
            </a:r>
            <a:endParaRPr sz="1800" b="0" i="0" u="none" strike="noStrike" cap="none">
              <a:solidFill>
                <a:srgbClr val="000000"/>
              </a:solidFill>
              <a:latin typeface="Arial"/>
              <a:ea typeface="Arial"/>
              <a:cs typeface="Arial"/>
              <a:sym typeface="Arial"/>
            </a:endParaRPr>
          </a:p>
        </p:txBody>
      </p:sp>
      <p:sp>
        <p:nvSpPr>
          <p:cNvPr id="248" name="Google Shape;248;p13"/>
          <p:cNvSpPr/>
          <p:nvPr/>
        </p:nvSpPr>
        <p:spPr>
          <a:xfrm>
            <a:off x="1219320" y="1447920"/>
            <a:ext cx="10361880" cy="4570560"/>
          </a:xfrm>
          <a:prstGeom prst="rect">
            <a:avLst/>
          </a:prstGeom>
          <a:noFill/>
          <a:ln>
            <a:noFill/>
          </a:ln>
        </p:spPr>
        <p:txBody>
          <a:bodyPr spcFirstLastPara="1" wrap="square" lIns="90000" tIns="45000" rIns="90000" bIns="45000" anchor="t" anchorCtr="0">
            <a:noAutofit/>
          </a:bodyPr>
          <a:lstStyle/>
          <a:p>
            <a:pPr marL="457200" marR="0" lvl="0" indent="-393700" algn="l" rtl="0">
              <a:lnSpc>
                <a:spcPct val="115000"/>
              </a:lnSpc>
              <a:spcBef>
                <a:spcPts val="0"/>
              </a:spcBef>
              <a:spcAft>
                <a:spcPts val="0"/>
              </a:spcAft>
              <a:buClr>
                <a:srgbClr val="FF0000"/>
              </a:buClr>
              <a:buSzPts val="2600"/>
              <a:buFont typeface="Calibri"/>
              <a:buChar char="●"/>
            </a:pPr>
            <a:r>
              <a:rPr lang="en-US" sz="2600" b="0" i="0" u="none" strike="noStrike" cap="none">
                <a:solidFill>
                  <a:srgbClr val="000000"/>
                </a:solidFill>
                <a:latin typeface="Calibri"/>
                <a:ea typeface="Calibri"/>
                <a:cs typeface="Calibri"/>
                <a:sym typeface="Calibri"/>
              </a:rPr>
              <a:t>Save </a:t>
            </a:r>
            <a:r>
              <a:rPr lang="en-US" sz="2400" b="0" i="0" u="none" strike="noStrike" cap="none">
                <a:solidFill>
                  <a:schemeClr val="dk1"/>
                </a:solidFill>
                <a:latin typeface="Calibri"/>
                <a:ea typeface="Calibri"/>
                <a:cs typeface="Calibri"/>
                <a:sym typeface="Calibri"/>
              </a:rPr>
              <a:t>your synthetic images for the 2 testing data (test.json , new_test.json)</a:t>
            </a:r>
            <a:br>
              <a:rPr lang="en-US" sz="2400" b="0" i="0" u="none" strike="noStrike" cap="none">
                <a:solidFill>
                  <a:schemeClr val="dk1"/>
                </a:solidFill>
                <a:latin typeface="Calibri"/>
                <a:ea typeface="Calibri"/>
                <a:cs typeface="Calibri"/>
                <a:sym typeface="Calibri"/>
              </a:rPr>
            </a:br>
            <a:r>
              <a:rPr lang="en-US" sz="2400" b="1" i="0" u="none" strike="noStrike" cap="none">
                <a:solidFill>
                  <a:srgbClr val="FF0000"/>
                </a:solidFill>
                <a:latin typeface="Calibri"/>
                <a:ea typeface="Calibri"/>
                <a:cs typeface="Calibri"/>
                <a:sym typeface="Calibri"/>
              </a:rPr>
              <a:t>Save in png files</a:t>
            </a:r>
            <a:r>
              <a:rPr lang="en-US" sz="2600" b="1" i="0" u="none" strike="noStrike" cap="none">
                <a:solidFill>
                  <a:srgbClr val="FF0000"/>
                </a:solidFill>
                <a:latin typeface="Calibri"/>
                <a:ea typeface="Calibri"/>
                <a:cs typeface="Calibri"/>
                <a:sym typeface="Calibri"/>
              </a:rPr>
              <a:t> !!!</a:t>
            </a:r>
            <a:endParaRPr sz="2600" b="1" i="0" u="none" strike="noStrike" cap="none">
              <a:solidFill>
                <a:srgbClr val="FF0000"/>
              </a:solidFill>
              <a:latin typeface="Calibri"/>
              <a:ea typeface="Calibri"/>
              <a:cs typeface="Calibri"/>
              <a:sym typeface="Calibri"/>
            </a:endParaRPr>
          </a:p>
          <a:p>
            <a:pPr marL="457200" marR="0" lvl="0" indent="0" algn="l" rtl="0">
              <a:lnSpc>
                <a:spcPct val="115000"/>
              </a:lnSpc>
              <a:spcBef>
                <a:spcPts val="0"/>
              </a:spcBef>
              <a:spcAft>
                <a:spcPts val="0"/>
              </a:spcAft>
              <a:buClr>
                <a:srgbClr val="000000"/>
              </a:buClr>
              <a:buSzPts val="2600"/>
              <a:buFont typeface="Arial"/>
              <a:buNone/>
            </a:pPr>
            <a:endParaRPr sz="2600" b="0" i="0" u="none" strike="noStrike" cap="none">
              <a:solidFill>
                <a:srgbClr val="000000"/>
              </a:solidFill>
              <a:latin typeface="Calibri"/>
              <a:ea typeface="Calibri"/>
              <a:cs typeface="Calibri"/>
              <a:sym typeface="Calibri"/>
            </a:endParaRPr>
          </a:p>
          <a:p>
            <a:pPr marL="457200" marR="0" lvl="0" indent="-393700" algn="l" rtl="0">
              <a:lnSpc>
                <a:spcPct val="115000"/>
              </a:lnSpc>
              <a:spcBef>
                <a:spcPts val="0"/>
              </a:spcBef>
              <a:spcAft>
                <a:spcPts val="0"/>
              </a:spcAft>
              <a:buClr>
                <a:srgbClr val="FF0000"/>
              </a:buClr>
              <a:buSzPts val="2600"/>
              <a:buFont typeface="Calibri"/>
              <a:buChar char="●"/>
            </a:pPr>
            <a:r>
              <a:rPr lang="en-US" sz="2600" b="0" i="0" u="none" strike="noStrike" cap="none">
                <a:solidFill>
                  <a:srgbClr val="000000"/>
                </a:solidFill>
                <a:latin typeface="Calibri"/>
                <a:ea typeface="Calibri"/>
                <a:cs typeface="Calibri"/>
                <a:sym typeface="Calibri"/>
              </a:rPr>
              <a:t>The data structure will be organised as follows:</a:t>
            </a:r>
            <a:endParaRPr sz="2600" b="0" i="0" u="none" strike="noStrike" cap="none">
              <a:solidFill>
                <a:srgbClr val="000000"/>
              </a:solidFill>
              <a:latin typeface="Calibri"/>
              <a:ea typeface="Calibri"/>
              <a:cs typeface="Calibri"/>
              <a:sym typeface="Calibri"/>
            </a:endParaRPr>
          </a:p>
          <a:p>
            <a:pPr marL="457200" marR="0" lvl="0" indent="0" algn="l" rtl="0">
              <a:lnSpc>
                <a:spcPct val="115000"/>
              </a:lnSpc>
              <a:spcBef>
                <a:spcPts val="0"/>
              </a:spcBef>
              <a:spcAft>
                <a:spcPts val="0"/>
              </a:spcAft>
              <a:buClr>
                <a:srgbClr val="000000"/>
              </a:buClr>
              <a:buSzPts val="2600"/>
              <a:buFont typeface="Arial"/>
              <a:buNone/>
            </a:pPr>
            <a:endParaRPr sz="2600" b="0" i="0" u="none" strike="noStrike" cap="none">
              <a:solidFill>
                <a:srgbClr val="000000"/>
              </a:solidFill>
              <a:latin typeface="Calibri"/>
              <a:ea typeface="Calibri"/>
              <a:cs typeface="Calibri"/>
              <a:sym typeface="Calibri"/>
            </a:endParaRPr>
          </a:p>
          <a:p>
            <a:pPr marL="457200" marR="0" lvl="0" indent="0" algn="l" rtl="0">
              <a:lnSpc>
                <a:spcPct val="115000"/>
              </a:lnSpc>
              <a:spcBef>
                <a:spcPts val="0"/>
              </a:spcBef>
              <a:spcAft>
                <a:spcPts val="0"/>
              </a:spcAft>
              <a:buClr>
                <a:srgbClr val="000000"/>
              </a:buClr>
              <a:buSzPts val="2600"/>
              <a:buFont typeface="Arial"/>
              <a:buNone/>
            </a:pPr>
            <a:endParaRPr sz="2600" b="0" i="0" u="none" strike="noStrike" cap="none">
              <a:solidFill>
                <a:srgbClr val="000000"/>
              </a:solidFill>
              <a:latin typeface="Calibri"/>
              <a:ea typeface="Calibri"/>
              <a:cs typeface="Calibri"/>
              <a:sym typeface="Calibri"/>
            </a:endParaRPr>
          </a:p>
          <a:p>
            <a:pPr marL="457200" marR="0" lvl="0" indent="0" algn="l" rtl="0">
              <a:lnSpc>
                <a:spcPct val="115000"/>
              </a:lnSpc>
              <a:spcBef>
                <a:spcPts val="0"/>
              </a:spcBef>
              <a:spcAft>
                <a:spcPts val="0"/>
              </a:spcAft>
              <a:buClr>
                <a:srgbClr val="000000"/>
              </a:buClr>
              <a:buSzPts val="2600"/>
              <a:buFont typeface="Arial"/>
              <a:buNone/>
            </a:pPr>
            <a:endParaRPr sz="2600" b="0" i="0" u="none" strike="noStrike" cap="none">
              <a:solidFill>
                <a:srgbClr val="000000"/>
              </a:solidFill>
              <a:latin typeface="Calibri"/>
              <a:ea typeface="Calibri"/>
              <a:cs typeface="Calibri"/>
              <a:sym typeface="Calibri"/>
            </a:endParaRPr>
          </a:p>
          <a:p>
            <a:pPr marL="457200" marR="0" lvl="0" indent="0" algn="l" rtl="0">
              <a:lnSpc>
                <a:spcPct val="115000"/>
              </a:lnSpc>
              <a:spcBef>
                <a:spcPts val="0"/>
              </a:spcBef>
              <a:spcAft>
                <a:spcPts val="0"/>
              </a:spcAft>
              <a:buClr>
                <a:srgbClr val="000000"/>
              </a:buClr>
              <a:buSzPts val="2600"/>
              <a:buFont typeface="Arial"/>
              <a:buNone/>
            </a:pPr>
            <a:endParaRPr sz="2600" b="0" i="0" u="none" strike="noStrike" cap="none">
              <a:solidFill>
                <a:srgbClr val="000000"/>
              </a:solidFill>
              <a:latin typeface="Calibri"/>
              <a:ea typeface="Calibri"/>
              <a:cs typeface="Calibri"/>
              <a:sym typeface="Calibri"/>
            </a:endParaRPr>
          </a:p>
          <a:p>
            <a:pPr marL="457200" marR="0" lvl="0" indent="0" algn="l" rtl="0">
              <a:lnSpc>
                <a:spcPct val="115000"/>
              </a:lnSpc>
              <a:spcBef>
                <a:spcPts val="0"/>
              </a:spcBef>
              <a:spcAft>
                <a:spcPts val="0"/>
              </a:spcAft>
              <a:buClr>
                <a:srgbClr val="000000"/>
              </a:buClr>
              <a:buSzPts val="2600"/>
              <a:buFont typeface="Arial"/>
              <a:buNone/>
            </a:pPr>
            <a:endParaRPr sz="2600" b="0" i="0" u="none" strike="noStrike" cap="none">
              <a:solidFill>
                <a:srgbClr val="000000"/>
              </a:solidFill>
              <a:latin typeface="Calibri"/>
              <a:ea typeface="Calibri"/>
              <a:cs typeface="Calibri"/>
              <a:sym typeface="Calibri"/>
            </a:endParaRPr>
          </a:p>
          <a:p>
            <a:pPr marL="457200" marR="0" lvl="0" indent="-393700" algn="l" rtl="0">
              <a:lnSpc>
                <a:spcPct val="115000"/>
              </a:lnSpc>
              <a:spcBef>
                <a:spcPts val="0"/>
              </a:spcBef>
              <a:spcAft>
                <a:spcPts val="0"/>
              </a:spcAft>
              <a:buClr>
                <a:srgbClr val="FF0000"/>
              </a:buClr>
              <a:buSzPts val="2600"/>
              <a:buFont typeface="Calibri"/>
              <a:buChar char="●"/>
            </a:pPr>
            <a:r>
              <a:rPr lang="en-US" sz="2600" b="0" i="0" u="none" strike="noStrike" cap="none">
                <a:solidFill>
                  <a:srgbClr val="000000"/>
                </a:solidFill>
                <a:latin typeface="Calibri"/>
                <a:ea typeface="Calibri"/>
                <a:cs typeface="Calibri"/>
                <a:sym typeface="Calibri"/>
              </a:rPr>
              <a:t>The image name should follow the order in the </a:t>
            </a:r>
            <a:br>
              <a:rPr lang="en-US" sz="2600" b="0" i="0" u="none" strike="noStrike" cap="none">
                <a:solidFill>
                  <a:srgbClr val="000000"/>
                </a:solidFill>
                <a:latin typeface="Calibri"/>
                <a:ea typeface="Calibri"/>
                <a:cs typeface="Calibri"/>
                <a:sym typeface="Calibri"/>
              </a:rPr>
            </a:br>
            <a:r>
              <a:rPr lang="en-US" sz="2600" b="0" i="0" u="none" strike="noStrike" cap="none">
                <a:solidFill>
                  <a:srgbClr val="000000"/>
                </a:solidFill>
                <a:latin typeface="Calibri"/>
                <a:ea typeface="Calibri"/>
                <a:cs typeface="Calibri"/>
                <a:sym typeface="Calibri"/>
              </a:rPr>
              <a:t>test.json and new_test.json.</a:t>
            </a:r>
            <a:endParaRPr sz="2600" b="0" i="0" u="none" strike="noStrike" cap="none">
              <a:solidFill>
                <a:srgbClr val="000000"/>
              </a:solidFill>
              <a:latin typeface="Calibri"/>
              <a:ea typeface="Calibri"/>
              <a:cs typeface="Calibri"/>
              <a:sym typeface="Calibri"/>
            </a:endParaRPr>
          </a:p>
          <a:p>
            <a:pPr marL="457200" marR="0" lvl="0" indent="0" algn="l" rtl="0">
              <a:lnSpc>
                <a:spcPct val="115000"/>
              </a:lnSpc>
              <a:spcBef>
                <a:spcPts val="1200"/>
              </a:spcBef>
              <a:spcAft>
                <a:spcPts val="0"/>
              </a:spcAft>
              <a:buClr>
                <a:srgbClr val="000000"/>
              </a:buClr>
              <a:buSzPts val="2600"/>
              <a:buFont typeface="Arial"/>
              <a:buNone/>
            </a:pPr>
            <a:endParaRPr sz="2600" b="0" i="0" u="none" strike="noStrike" cap="none">
              <a:solidFill>
                <a:srgbClr val="000000"/>
              </a:solidFill>
              <a:latin typeface="Calibri"/>
              <a:ea typeface="Calibri"/>
              <a:cs typeface="Calibri"/>
              <a:sym typeface="Calibri"/>
            </a:endParaRPr>
          </a:p>
          <a:p>
            <a:pPr marL="457200" marR="0" lvl="0" indent="0" algn="l" rtl="0">
              <a:lnSpc>
                <a:spcPct val="115000"/>
              </a:lnSpc>
              <a:spcBef>
                <a:spcPts val="1200"/>
              </a:spcBef>
              <a:spcAft>
                <a:spcPts val="0"/>
              </a:spcAft>
              <a:buClr>
                <a:srgbClr val="000000"/>
              </a:buClr>
              <a:buSzPts val="2600"/>
              <a:buFont typeface="Arial"/>
              <a:buNone/>
            </a:pPr>
            <a:endParaRPr sz="2600" b="0" i="0" u="none" strike="noStrike" cap="none">
              <a:solidFill>
                <a:srgbClr val="000000"/>
              </a:solidFill>
              <a:latin typeface="Calibri"/>
              <a:ea typeface="Calibri"/>
              <a:cs typeface="Calibri"/>
              <a:sym typeface="Calibri"/>
            </a:endParaRPr>
          </a:p>
          <a:p>
            <a:pPr marL="457200" marR="0" lvl="0" indent="0" algn="l" rtl="0">
              <a:lnSpc>
                <a:spcPct val="115000"/>
              </a:lnSpc>
              <a:spcBef>
                <a:spcPts val="1200"/>
              </a:spcBef>
              <a:spcAft>
                <a:spcPts val="0"/>
              </a:spcAft>
              <a:buClr>
                <a:srgbClr val="000000"/>
              </a:buClr>
              <a:buSzPts val="2600"/>
              <a:buFont typeface="Arial"/>
              <a:buNone/>
            </a:pPr>
            <a:endParaRPr sz="2600" b="0" i="0" u="none" strike="noStrike" cap="none">
              <a:solidFill>
                <a:srgbClr val="000000"/>
              </a:solidFill>
              <a:latin typeface="Calibri"/>
              <a:ea typeface="Calibri"/>
              <a:cs typeface="Calibri"/>
              <a:sym typeface="Calibri"/>
            </a:endParaRPr>
          </a:p>
          <a:p>
            <a:pPr marL="457200" marR="0" lvl="0" indent="0" algn="l" rtl="0">
              <a:lnSpc>
                <a:spcPct val="115000"/>
              </a:lnSpc>
              <a:spcBef>
                <a:spcPts val="1200"/>
              </a:spcBef>
              <a:spcAft>
                <a:spcPts val="0"/>
              </a:spcAft>
              <a:buClr>
                <a:srgbClr val="000000"/>
              </a:buClr>
              <a:buSzPts val="2600"/>
              <a:buFont typeface="Arial"/>
              <a:buNone/>
            </a:pPr>
            <a:endParaRPr sz="2600" b="0" i="0" u="none" strike="noStrike" cap="none">
              <a:solidFill>
                <a:srgbClr val="000000"/>
              </a:solidFill>
              <a:latin typeface="Calibri"/>
              <a:ea typeface="Calibri"/>
              <a:cs typeface="Calibri"/>
              <a:sym typeface="Calibri"/>
            </a:endParaRPr>
          </a:p>
          <a:p>
            <a:pPr marL="457200" marR="0" lvl="0" indent="0" algn="l" rtl="0">
              <a:lnSpc>
                <a:spcPct val="115000"/>
              </a:lnSpc>
              <a:spcBef>
                <a:spcPts val="1200"/>
              </a:spcBef>
              <a:spcAft>
                <a:spcPts val="0"/>
              </a:spcAft>
              <a:buClr>
                <a:srgbClr val="000000"/>
              </a:buClr>
              <a:buSzPts val="2600"/>
              <a:buFont typeface="Arial"/>
              <a:buNone/>
            </a:pPr>
            <a:endParaRPr sz="2600" b="0" i="0" u="none" strike="noStrike" cap="none">
              <a:solidFill>
                <a:srgbClr val="000000"/>
              </a:solidFill>
              <a:latin typeface="Calibri"/>
              <a:ea typeface="Calibri"/>
              <a:cs typeface="Calibri"/>
              <a:sym typeface="Calibri"/>
            </a:endParaRPr>
          </a:p>
        </p:txBody>
      </p:sp>
      <p:pic>
        <p:nvPicPr>
          <p:cNvPr id="249" name="Google Shape;249;p13"/>
          <p:cNvPicPr preferRelativeResize="0"/>
          <p:nvPr/>
        </p:nvPicPr>
        <p:blipFill rotWithShape="1">
          <a:blip r:embed="rId3">
            <a:alphaModFix/>
          </a:blip>
          <a:srcRect/>
          <a:stretch/>
        </p:blipFill>
        <p:spPr>
          <a:xfrm>
            <a:off x="8707325" y="2238212"/>
            <a:ext cx="2005250" cy="29899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11"/>
          <p:cNvSpPr/>
          <p:nvPr/>
        </p:nvSpPr>
        <p:spPr>
          <a:xfrm>
            <a:off x="425471" y="693650"/>
            <a:ext cx="2604900" cy="1141500"/>
          </a:xfrm>
          <a:prstGeom prst="rect">
            <a:avLst/>
          </a:prstGeom>
          <a:noFill/>
          <a:ln>
            <a:noFill/>
          </a:ln>
        </p:spPr>
        <p:txBody>
          <a:bodyPr spcFirstLastPara="1" wrap="square" lIns="90000" tIns="45000" rIns="90000" bIns="91425" anchor="b" anchorCtr="0">
            <a:no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rgbClr val="0070C0"/>
                </a:solidFill>
                <a:latin typeface="Calibri"/>
                <a:ea typeface="Calibri"/>
                <a:cs typeface="Calibri"/>
                <a:sym typeface="Calibri"/>
              </a:rPr>
              <a:t>Output </a:t>
            </a:r>
            <a:endParaRPr sz="4000" b="1" i="0" u="none" strike="noStrike" cap="none">
              <a:solidFill>
                <a:srgbClr val="0070C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rgbClr val="0070C0"/>
                </a:solidFill>
                <a:latin typeface="Calibri"/>
                <a:ea typeface="Calibri"/>
                <a:cs typeface="Calibri"/>
                <a:sym typeface="Calibri"/>
              </a:rPr>
              <a:t>examples</a:t>
            </a:r>
            <a:endParaRPr sz="1800" b="0" i="0" u="none" strike="noStrike" cap="none">
              <a:solidFill>
                <a:srgbClr val="000000"/>
              </a:solidFill>
              <a:latin typeface="Arial"/>
              <a:ea typeface="Arial"/>
              <a:cs typeface="Arial"/>
              <a:sym typeface="Arial"/>
            </a:endParaRPr>
          </a:p>
        </p:txBody>
      </p:sp>
      <p:pic>
        <p:nvPicPr>
          <p:cNvPr id="255" name="Google Shape;255;p11"/>
          <p:cNvPicPr preferRelativeResize="0"/>
          <p:nvPr/>
        </p:nvPicPr>
        <p:blipFill rotWithShape="1">
          <a:blip r:embed="rId3">
            <a:alphaModFix/>
          </a:blip>
          <a:srcRect/>
          <a:stretch/>
        </p:blipFill>
        <p:spPr>
          <a:xfrm>
            <a:off x="3030375" y="223460"/>
            <a:ext cx="8550824" cy="6411078"/>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138</TotalTime>
  <Words>673</Words>
  <Application>Microsoft Office PowerPoint</Application>
  <PresentationFormat>寬螢幕</PresentationFormat>
  <Paragraphs>137</Paragraphs>
  <Slides>20</Slides>
  <Notes>20</Notes>
  <HiddenSlides>0</HiddenSlides>
  <MMClips>0</MMClips>
  <ScaleCrop>false</ScaleCrop>
  <HeadingPairs>
    <vt:vector size="6" baseType="variant">
      <vt:variant>
        <vt:lpstr>使用字型</vt:lpstr>
      </vt:variant>
      <vt:variant>
        <vt:i4>6</vt:i4>
      </vt:variant>
      <vt:variant>
        <vt:lpstr>佈景主題</vt:lpstr>
      </vt:variant>
      <vt:variant>
        <vt:i4>2</vt:i4>
      </vt:variant>
      <vt:variant>
        <vt:lpstr>投影片標題</vt:lpstr>
      </vt:variant>
      <vt:variant>
        <vt:i4>20</vt:i4>
      </vt:variant>
    </vt:vector>
  </HeadingPairs>
  <TitlesOfParts>
    <vt:vector size="28" baseType="lpstr">
      <vt:lpstr>Libre Baskerville</vt:lpstr>
      <vt:lpstr>Calibri</vt:lpstr>
      <vt:lpstr>Libre Franklin</vt:lpstr>
      <vt:lpstr>Times</vt:lpstr>
      <vt:lpstr>Arial</vt:lpstr>
      <vt:lpstr>Times New Roman</vt:lpstr>
      <vt:lpstr>Office Theme</vt:lpstr>
      <vt:lpstr>Office Theme</vt:lpstr>
      <vt:lpstr>PowerPoint 簡報</vt:lpstr>
      <vt:lpstr>PowerPoint 簡報</vt:lpstr>
      <vt:lpstr>PowerPoint 簡報</vt:lpstr>
      <vt:lpstr>Lab description</vt:lpstr>
      <vt:lpstr>PowerPoint 簡報</vt:lpstr>
      <vt:lpstr>PowerPoint 簡報</vt:lpstr>
      <vt:lpstr>PowerPoint 簡報</vt:lpstr>
      <vt:lpstr>PowerPoint 簡報</vt:lpstr>
      <vt:lpstr>PowerPoint 簡報</vt:lpstr>
      <vt:lpstr>PowerPoint 簡報</vt:lpstr>
      <vt:lpstr>Implement a conditional DDPM</vt:lpstr>
      <vt:lpstr>PowerPoint 簡報</vt:lpstr>
      <vt:lpstr>PowerPoint 簡報</vt:lpstr>
      <vt:lpstr>PowerPoint 簡報</vt:lpstr>
      <vt:lpstr>PowerPoint 簡報</vt:lpstr>
      <vt:lpstr>Scoring criteria</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jiajun zhong</dc:creator>
  <cp:lastModifiedBy>楊正豪</cp:lastModifiedBy>
  <cp:revision>28</cp:revision>
  <dcterms:created xsi:type="dcterms:W3CDTF">2019-01-24T07:30:16Z</dcterms:created>
  <dcterms:modified xsi:type="dcterms:W3CDTF">2026-05-06T06:05:42Z</dcterms:modified>
</cp:coreProperties>
</file>